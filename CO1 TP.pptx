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677"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4B3AA3-F63C-45EB-80A5-6EF7B3119743}" type="datetimeFigureOut">
              <a:rPr lang="en-IN" smtClean="0"/>
              <a:t>26-07-2026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644D6A-247D-4CAD-9671-9B1FE6D51FB7}" type="slidenum">
              <a:rPr lang="en-IN" smtClean="0"/>
              <a:t>‹#›</a:t>
            </a:fld>
            <a:endParaRPr lang="en-IN"/>
          </a:p>
        </p:txBody>
      </p:sp>
    </p:spTree>
    <p:extLst>
      <p:ext uri="{BB962C8B-B14F-4D97-AF65-F5344CB8AC3E}">
        <p14:creationId xmlns:p14="http://schemas.microsoft.com/office/powerpoint/2010/main" val="290395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9FE00-62E7-7F21-CD41-18E04ED1BE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81B9FB-8FB6-12EC-3824-8F400966A3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E7526FC-87AD-FC2F-52CE-21DC2AED9EBA}"/>
              </a:ext>
            </a:extLst>
          </p:cNvPr>
          <p:cNvSpPr>
            <a:spLocks noGrp="1"/>
          </p:cNvSpPr>
          <p:nvPr>
            <p:ph type="dt" sz="half" idx="10"/>
          </p:nvPr>
        </p:nvSpPr>
        <p:spPr/>
        <p:txBody>
          <a:bodyPr/>
          <a:lstStyle/>
          <a:p>
            <a:fld id="{089051C5-984B-4291-84C7-F14B8DD33EC9}" type="datetime1">
              <a:rPr lang="en-IN" smtClean="0"/>
              <a:t>26-07-2026</a:t>
            </a:fld>
            <a:endParaRPr lang="en-IN"/>
          </a:p>
        </p:txBody>
      </p:sp>
      <p:sp>
        <p:nvSpPr>
          <p:cNvPr id="5" name="Footer Placeholder 4">
            <a:extLst>
              <a:ext uri="{FF2B5EF4-FFF2-40B4-BE49-F238E27FC236}">
                <a16:creationId xmlns:a16="http://schemas.microsoft.com/office/drawing/2014/main" id="{F4435962-C5DB-AA71-33A7-3D129C2B31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AA83C-00A1-C5B4-FC91-A6C6E1EB27CC}"/>
              </a:ext>
            </a:extLst>
          </p:cNvPr>
          <p:cNvSpPr>
            <a:spLocks noGrp="1"/>
          </p:cNvSpPr>
          <p:nvPr>
            <p:ph type="sldNum" sz="quarter" idx="12"/>
          </p:nvPr>
        </p:nvSpPr>
        <p:spPr/>
        <p:txBody>
          <a:bodyPr/>
          <a:lstStyle/>
          <a:p>
            <a:fld id="{A20873C9-1D99-46AE-A458-CB65BE5C07E9}" type="slidenum">
              <a:rPr lang="en-IN" smtClean="0"/>
              <a:t>‹#›</a:t>
            </a:fld>
            <a:endParaRPr lang="en-IN"/>
          </a:p>
        </p:txBody>
      </p:sp>
    </p:spTree>
    <p:extLst>
      <p:ext uri="{BB962C8B-B14F-4D97-AF65-F5344CB8AC3E}">
        <p14:creationId xmlns:p14="http://schemas.microsoft.com/office/powerpoint/2010/main" val="1717254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BAD08-F70C-260D-E2D3-896FBE32FF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EE78DB-4F20-CC56-CC81-71D9365DED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6ABA3E-93B7-EF10-A5A1-8EEDD6957596}"/>
              </a:ext>
            </a:extLst>
          </p:cNvPr>
          <p:cNvSpPr>
            <a:spLocks noGrp="1"/>
          </p:cNvSpPr>
          <p:nvPr>
            <p:ph type="dt" sz="half" idx="10"/>
          </p:nvPr>
        </p:nvSpPr>
        <p:spPr/>
        <p:txBody>
          <a:bodyPr/>
          <a:lstStyle/>
          <a:p>
            <a:fld id="{4BBB03B7-0A96-4B28-BE48-4FC04F883599}" type="datetime1">
              <a:rPr lang="en-IN" smtClean="0"/>
              <a:t>26-07-2026</a:t>
            </a:fld>
            <a:endParaRPr lang="en-IN"/>
          </a:p>
        </p:txBody>
      </p:sp>
      <p:sp>
        <p:nvSpPr>
          <p:cNvPr id="5" name="Footer Placeholder 4">
            <a:extLst>
              <a:ext uri="{FF2B5EF4-FFF2-40B4-BE49-F238E27FC236}">
                <a16:creationId xmlns:a16="http://schemas.microsoft.com/office/drawing/2014/main" id="{C4AD0FD0-77AF-7B71-DE87-12AE4D1B9E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81D2F5-63CA-89C9-C0FD-EB51EEC29A00}"/>
              </a:ext>
            </a:extLst>
          </p:cNvPr>
          <p:cNvSpPr>
            <a:spLocks noGrp="1"/>
          </p:cNvSpPr>
          <p:nvPr>
            <p:ph type="sldNum" sz="quarter" idx="12"/>
          </p:nvPr>
        </p:nvSpPr>
        <p:spPr/>
        <p:txBody>
          <a:bodyPr/>
          <a:lstStyle/>
          <a:p>
            <a:fld id="{A20873C9-1D99-46AE-A458-CB65BE5C07E9}" type="slidenum">
              <a:rPr lang="en-IN" smtClean="0"/>
              <a:t>‹#›</a:t>
            </a:fld>
            <a:endParaRPr lang="en-IN"/>
          </a:p>
        </p:txBody>
      </p:sp>
    </p:spTree>
    <p:extLst>
      <p:ext uri="{BB962C8B-B14F-4D97-AF65-F5344CB8AC3E}">
        <p14:creationId xmlns:p14="http://schemas.microsoft.com/office/powerpoint/2010/main" val="1269008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1D41B-394B-6466-2667-E8B876AAEE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9737B03-0AAE-AF85-D042-7A079747D2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AB33D1-C5FF-5B67-47EE-9E80858B6834}"/>
              </a:ext>
            </a:extLst>
          </p:cNvPr>
          <p:cNvSpPr>
            <a:spLocks noGrp="1"/>
          </p:cNvSpPr>
          <p:nvPr>
            <p:ph type="dt" sz="half" idx="10"/>
          </p:nvPr>
        </p:nvSpPr>
        <p:spPr/>
        <p:txBody>
          <a:bodyPr/>
          <a:lstStyle/>
          <a:p>
            <a:fld id="{9495E9BE-F51F-4F92-AFD1-C2C614A8B0FC}" type="datetime1">
              <a:rPr lang="en-IN" smtClean="0"/>
              <a:t>26-07-2026</a:t>
            </a:fld>
            <a:endParaRPr lang="en-IN"/>
          </a:p>
        </p:txBody>
      </p:sp>
      <p:sp>
        <p:nvSpPr>
          <p:cNvPr id="5" name="Footer Placeholder 4">
            <a:extLst>
              <a:ext uri="{FF2B5EF4-FFF2-40B4-BE49-F238E27FC236}">
                <a16:creationId xmlns:a16="http://schemas.microsoft.com/office/drawing/2014/main" id="{1A810842-0CA6-C71A-21A7-EF3727CF2B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481174-DA10-1305-3F60-B72F0FEB6C7E}"/>
              </a:ext>
            </a:extLst>
          </p:cNvPr>
          <p:cNvSpPr>
            <a:spLocks noGrp="1"/>
          </p:cNvSpPr>
          <p:nvPr>
            <p:ph type="sldNum" sz="quarter" idx="12"/>
          </p:nvPr>
        </p:nvSpPr>
        <p:spPr/>
        <p:txBody>
          <a:bodyPr/>
          <a:lstStyle/>
          <a:p>
            <a:fld id="{A20873C9-1D99-46AE-A458-CB65BE5C07E9}" type="slidenum">
              <a:rPr lang="en-IN" smtClean="0"/>
              <a:t>‹#›</a:t>
            </a:fld>
            <a:endParaRPr lang="en-IN"/>
          </a:p>
        </p:txBody>
      </p:sp>
    </p:spTree>
    <p:extLst>
      <p:ext uri="{BB962C8B-B14F-4D97-AF65-F5344CB8AC3E}">
        <p14:creationId xmlns:p14="http://schemas.microsoft.com/office/powerpoint/2010/main" val="2792769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BEE2A-C79F-1E15-15D5-8196171B24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24C2F6-5491-293C-F701-CE65E17DB9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43E82F-1A24-9204-7548-0886BFC224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274090F-CE79-3AF1-32FC-6D2BC9A75868}"/>
              </a:ext>
            </a:extLst>
          </p:cNvPr>
          <p:cNvSpPr>
            <a:spLocks noGrp="1"/>
          </p:cNvSpPr>
          <p:nvPr>
            <p:ph type="dt" sz="half" idx="10"/>
          </p:nvPr>
        </p:nvSpPr>
        <p:spPr/>
        <p:txBody>
          <a:bodyPr/>
          <a:lstStyle/>
          <a:p>
            <a:fld id="{B0587C90-AB50-4D43-A94A-0538FCF2E1B7}" type="datetime1">
              <a:rPr lang="en-IN" smtClean="0"/>
              <a:t>26-07-2026</a:t>
            </a:fld>
            <a:endParaRPr lang="en-IN"/>
          </a:p>
        </p:txBody>
      </p:sp>
      <p:sp>
        <p:nvSpPr>
          <p:cNvPr id="6" name="Footer Placeholder 5">
            <a:extLst>
              <a:ext uri="{FF2B5EF4-FFF2-40B4-BE49-F238E27FC236}">
                <a16:creationId xmlns:a16="http://schemas.microsoft.com/office/drawing/2014/main" id="{E91A1465-6D0E-EBAC-31CB-AEBE15F6B0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44C268-9E09-6F25-B8C0-08839110613F}"/>
              </a:ext>
            </a:extLst>
          </p:cNvPr>
          <p:cNvSpPr>
            <a:spLocks noGrp="1"/>
          </p:cNvSpPr>
          <p:nvPr>
            <p:ph type="sldNum" sz="quarter" idx="12"/>
          </p:nvPr>
        </p:nvSpPr>
        <p:spPr/>
        <p:txBody>
          <a:bodyPr/>
          <a:lstStyle/>
          <a:p>
            <a:fld id="{A20873C9-1D99-46AE-A458-CB65BE5C07E9}" type="slidenum">
              <a:rPr lang="en-IN" smtClean="0"/>
              <a:t>‹#›</a:t>
            </a:fld>
            <a:endParaRPr lang="en-IN"/>
          </a:p>
        </p:txBody>
      </p:sp>
    </p:spTree>
    <p:extLst>
      <p:ext uri="{BB962C8B-B14F-4D97-AF65-F5344CB8AC3E}">
        <p14:creationId xmlns:p14="http://schemas.microsoft.com/office/powerpoint/2010/main" val="358156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4DE94-DDDE-2D18-910D-15A4D88EC81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4AC57A-93DC-BB7C-D3ED-11CD97B810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955EE1-C8FE-816C-9F18-D121232633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67E2372-261E-F1A8-79F2-A2CF495E22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C367E7-6781-C9B3-A84E-7E91F2679C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DCAB024-55AB-65E5-FB05-609B0AA4D97F}"/>
              </a:ext>
            </a:extLst>
          </p:cNvPr>
          <p:cNvSpPr>
            <a:spLocks noGrp="1"/>
          </p:cNvSpPr>
          <p:nvPr>
            <p:ph type="dt" sz="half" idx="10"/>
          </p:nvPr>
        </p:nvSpPr>
        <p:spPr/>
        <p:txBody>
          <a:bodyPr/>
          <a:lstStyle/>
          <a:p>
            <a:fld id="{55DD8FB7-E8FC-44D9-9113-D15CE055E63F}" type="datetime1">
              <a:rPr lang="en-IN" smtClean="0"/>
              <a:t>26-07-2026</a:t>
            </a:fld>
            <a:endParaRPr lang="en-IN"/>
          </a:p>
        </p:txBody>
      </p:sp>
      <p:sp>
        <p:nvSpPr>
          <p:cNvPr id="8" name="Footer Placeholder 7">
            <a:extLst>
              <a:ext uri="{FF2B5EF4-FFF2-40B4-BE49-F238E27FC236}">
                <a16:creationId xmlns:a16="http://schemas.microsoft.com/office/drawing/2014/main" id="{DF8AACD3-161A-7A87-ACC4-DCAC90A5619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AE0EA86-AECB-E25B-5F15-80B5377FB82B}"/>
              </a:ext>
            </a:extLst>
          </p:cNvPr>
          <p:cNvSpPr>
            <a:spLocks noGrp="1"/>
          </p:cNvSpPr>
          <p:nvPr>
            <p:ph type="sldNum" sz="quarter" idx="12"/>
          </p:nvPr>
        </p:nvSpPr>
        <p:spPr/>
        <p:txBody>
          <a:bodyPr/>
          <a:lstStyle/>
          <a:p>
            <a:fld id="{A20873C9-1D99-46AE-A458-CB65BE5C07E9}" type="slidenum">
              <a:rPr lang="en-IN" smtClean="0"/>
              <a:t>‹#›</a:t>
            </a:fld>
            <a:endParaRPr lang="en-IN"/>
          </a:p>
        </p:txBody>
      </p:sp>
    </p:spTree>
    <p:extLst>
      <p:ext uri="{BB962C8B-B14F-4D97-AF65-F5344CB8AC3E}">
        <p14:creationId xmlns:p14="http://schemas.microsoft.com/office/powerpoint/2010/main" val="1027825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B2B96-03F2-A1AA-FB7E-41F4D667059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2B12F6-B34B-B255-DF6F-7583C53A2752}"/>
              </a:ext>
            </a:extLst>
          </p:cNvPr>
          <p:cNvSpPr>
            <a:spLocks noGrp="1"/>
          </p:cNvSpPr>
          <p:nvPr>
            <p:ph type="dt" sz="half" idx="10"/>
          </p:nvPr>
        </p:nvSpPr>
        <p:spPr/>
        <p:txBody>
          <a:bodyPr/>
          <a:lstStyle/>
          <a:p>
            <a:fld id="{81791E6C-E801-47B6-B629-021CE5B56018}" type="datetime1">
              <a:rPr lang="en-IN" smtClean="0"/>
              <a:t>26-07-2026</a:t>
            </a:fld>
            <a:endParaRPr lang="en-IN"/>
          </a:p>
        </p:txBody>
      </p:sp>
      <p:sp>
        <p:nvSpPr>
          <p:cNvPr id="4" name="Footer Placeholder 3">
            <a:extLst>
              <a:ext uri="{FF2B5EF4-FFF2-40B4-BE49-F238E27FC236}">
                <a16:creationId xmlns:a16="http://schemas.microsoft.com/office/drawing/2014/main" id="{81DE93D0-F056-5AF1-BFDF-CF8B966A59E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75D9626-5E8A-B94B-6BC0-27FED7644059}"/>
              </a:ext>
            </a:extLst>
          </p:cNvPr>
          <p:cNvSpPr>
            <a:spLocks noGrp="1"/>
          </p:cNvSpPr>
          <p:nvPr>
            <p:ph type="sldNum" sz="quarter" idx="12"/>
          </p:nvPr>
        </p:nvSpPr>
        <p:spPr/>
        <p:txBody>
          <a:bodyPr/>
          <a:lstStyle/>
          <a:p>
            <a:fld id="{A20873C9-1D99-46AE-A458-CB65BE5C07E9}" type="slidenum">
              <a:rPr lang="en-IN" smtClean="0"/>
              <a:t>‹#›</a:t>
            </a:fld>
            <a:endParaRPr lang="en-IN"/>
          </a:p>
        </p:txBody>
      </p:sp>
    </p:spTree>
    <p:extLst>
      <p:ext uri="{BB962C8B-B14F-4D97-AF65-F5344CB8AC3E}">
        <p14:creationId xmlns:p14="http://schemas.microsoft.com/office/powerpoint/2010/main" val="1575713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475105-65B3-0FBD-7807-695EB0F0CEA8}"/>
              </a:ext>
            </a:extLst>
          </p:cNvPr>
          <p:cNvSpPr>
            <a:spLocks noGrp="1"/>
          </p:cNvSpPr>
          <p:nvPr>
            <p:ph type="dt" sz="half" idx="10"/>
          </p:nvPr>
        </p:nvSpPr>
        <p:spPr/>
        <p:txBody>
          <a:bodyPr/>
          <a:lstStyle/>
          <a:p>
            <a:fld id="{485882FA-13B5-40FD-A098-66B5A01958E1}" type="datetime1">
              <a:rPr lang="en-IN" smtClean="0"/>
              <a:t>26-07-2026</a:t>
            </a:fld>
            <a:endParaRPr lang="en-IN"/>
          </a:p>
        </p:txBody>
      </p:sp>
      <p:sp>
        <p:nvSpPr>
          <p:cNvPr id="3" name="Footer Placeholder 2">
            <a:extLst>
              <a:ext uri="{FF2B5EF4-FFF2-40B4-BE49-F238E27FC236}">
                <a16:creationId xmlns:a16="http://schemas.microsoft.com/office/drawing/2014/main" id="{8AE63F59-70A2-F931-6ABF-1C69C3C2E43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2B9515E-CB0B-4752-9990-F3E287E54DF6}"/>
              </a:ext>
            </a:extLst>
          </p:cNvPr>
          <p:cNvSpPr>
            <a:spLocks noGrp="1"/>
          </p:cNvSpPr>
          <p:nvPr>
            <p:ph type="sldNum" sz="quarter" idx="12"/>
          </p:nvPr>
        </p:nvSpPr>
        <p:spPr/>
        <p:txBody>
          <a:bodyPr/>
          <a:lstStyle/>
          <a:p>
            <a:fld id="{A20873C9-1D99-46AE-A458-CB65BE5C07E9}" type="slidenum">
              <a:rPr lang="en-IN" smtClean="0"/>
              <a:t>‹#›</a:t>
            </a:fld>
            <a:endParaRPr lang="en-IN"/>
          </a:p>
        </p:txBody>
      </p:sp>
    </p:spTree>
    <p:extLst>
      <p:ext uri="{BB962C8B-B14F-4D97-AF65-F5344CB8AC3E}">
        <p14:creationId xmlns:p14="http://schemas.microsoft.com/office/powerpoint/2010/main" val="124704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5F8A0-195C-3AB8-387F-E56056B054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7D179B1-656D-3C5B-1486-BD25B37ADE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BABA7C0-A647-2EDE-A58E-9525ADA9FC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008079-06E8-9E66-FC77-F6C8C76BBC9B}"/>
              </a:ext>
            </a:extLst>
          </p:cNvPr>
          <p:cNvSpPr>
            <a:spLocks noGrp="1"/>
          </p:cNvSpPr>
          <p:nvPr>
            <p:ph type="dt" sz="half" idx="10"/>
          </p:nvPr>
        </p:nvSpPr>
        <p:spPr/>
        <p:txBody>
          <a:bodyPr/>
          <a:lstStyle/>
          <a:p>
            <a:fld id="{53D1E094-22A7-4D8B-98A6-C3A25B2E1788}" type="datetime1">
              <a:rPr lang="en-IN" smtClean="0"/>
              <a:t>26-07-2026</a:t>
            </a:fld>
            <a:endParaRPr lang="en-IN"/>
          </a:p>
        </p:txBody>
      </p:sp>
      <p:sp>
        <p:nvSpPr>
          <p:cNvPr id="6" name="Footer Placeholder 5">
            <a:extLst>
              <a:ext uri="{FF2B5EF4-FFF2-40B4-BE49-F238E27FC236}">
                <a16:creationId xmlns:a16="http://schemas.microsoft.com/office/drawing/2014/main" id="{5A79EEEB-EC3A-37E7-D16D-7B6D3B9319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99063A-CC74-F582-F794-76D885223441}"/>
              </a:ext>
            </a:extLst>
          </p:cNvPr>
          <p:cNvSpPr>
            <a:spLocks noGrp="1"/>
          </p:cNvSpPr>
          <p:nvPr>
            <p:ph type="sldNum" sz="quarter" idx="12"/>
          </p:nvPr>
        </p:nvSpPr>
        <p:spPr/>
        <p:txBody>
          <a:bodyPr/>
          <a:lstStyle/>
          <a:p>
            <a:fld id="{A20873C9-1D99-46AE-A458-CB65BE5C07E9}" type="slidenum">
              <a:rPr lang="en-IN" smtClean="0"/>
              <a:t>‹#›</a:t>
            </a:fld>
            <a:endParaRPr lang="en-IN"/>
          </a:p>
        </p:txBody>
      </p:sp>
    </p:spTree>
    <p:extLst>
      <p:ext uri="{BB962C8B-B14F-4D97-AF65-F5344CB8AC3E}">
        <p14:creationId xmlns:p14="http://schemas.microsoft.com/office/powerpoint/2010/main" val="418699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1E0FE-7958-E596-708A-F8816EC4E9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9A72B42-A1C3-DC19-12C0-07C86B79C0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EB084F-1534-0FD7-E507-EFDA1E8FB9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EFC9C9-6AB9-01BD-53AE-9C7FC6961FE3}"/>
              </a:ext>
            </a:extLst>
          </p:cNvPr>
          <p:cNvSpPr>
            <a:spLocks noGrp="1"/>
          </p:cNvSpPr>
          <p:nvPr>
            <p:ph type="dt" sz="half" idx="10"/>
          </p:nvPr>
        </p:nvSpPr>
        <p:spPr/>
        <p:txBody>
          <a:bodyPr/>
          <a:lstStyle/>
          <a:p>
            <a:fld id="{158A4E9C-0FAA-48C7-A7E2-B60117CD9C0F}" type="datetime1">
              <a:rPr lang="en-IN" smtClean="0"/>
              <a:t>26-07-2026</a:t>
            </a:fld>
            <a:endParaRPr lang="en-IN"/>
          </a:p>
        </p:txBody>
      </p:sp>
      <p:sp>
        <p:nvSpPr>
          <p:cNvPr id="6" name="Footer Placeholder 5">
            <a:extLst>
              <a:ext uri="{FF2B5EF4-FFF2-40B4-BE49-F238E27FC236}">
                <a16:creationId xmlns:a16="http://schemas.microsoft.com/office/drawing/2014/main" id="{91A5FDD5-7696-601D-08A4-758163371F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4C098E-2BFD-F78C-93DC-5CABD722816B}"/>
              </a:ext>
            </a:extLst>
          </p:cNvPr>
          <p:cNvSpPr>
            <a:spLocks noGrp="1"/>
          </p:cNvSpPr>
          <p:nvPr>
            <p:ph type="sldNum" sz="quarter" idx="12"/>
          </p:nvPr>
        </p:nvSpPr>
        <p:spPr/>
        <p:txBody>
          <a:bodyPr/>
          <a:lstStyle/>
          <a:p>
            <a:fld id="{A20873C9-1D99-46AE-A458-CB65BE5C07E9}" type="slidenum">
              <a:rPr lang="en-IN" smtClean="0"/>
              <a:t>‹#›</a:t>
            </a:fld>
            <a:endParaRPr lang="en-IN"/>
          </a:p>
        </p:txBody>
      </p:sp>
    </p:spTree>
    <p:extLst>
      <p:ext uri="{BB962C8B-B14F-4D97-AF65-F5344CB8AC3E}">
        <p14:creationId xmlns:p14="http://schemas.microsoft.com/office/powerpoint/2010/main" val="1834712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74EC8-309F-9E43-18EB-4B6153CDB74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63A161-F806-5275-3D7A-18BB6F5B86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A96839-3707-67E5-0C6F-A718790A0C3B}"/>
              </a:ext>
            </a:extLst>
          </p:cNvPr>
          <p:cNvSpPr>
            <a:spLocks noGrp="1"/>
          </p:cNvSpPr>
          <p:nvPr>
            <p:ph type="dt" sz="half" idx="10"/>
          </p:nvPr>
        </p:nvSpPr>
        <p:spPr/>
        <p:txBody>
          <a:bodyPr/>
          <a:lstStyle/>
          <a:p>
            <a:fld id="{8BBD31D9-35D4-482F-8D1D-AAC657A7ABA1}" type="datetime1">
              <a:rPr lang="en-IN" smtClean="0"/>
              <a:t>26-07-2026</a:t>
            </a:fld>
            <a:endParaRPr lang="en-IN"/>
          </a:p>
        </p:txBody>
      </p:sp>
      <p:sp>
        <p:nvSpPr>
          <p:cNvPr id="5" name="Footer Placeholder 4">
            <a:extLst>
              <a:ext uri="{FF2B5EF4-FFF2-40B4-BE49-F238E27FC236}">
                <a16:creationId xmlns:a16="http://schemas.microsoft.com/office/drawing/2014/main" id="{BD48DD3A-F901-5AA6-4C8E-E163E2B58D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1E4A7C-7ACE-228B-3E8D-4B21ABF5198B}"/>
              </a:ext>
            </a:extLst>
          </p:cNvPr>
          <p:cNvSpPr>
            <a:spLocks noGrp="1"/>
          </p:cNvSpPr>
          <p:nvPr>
            <p:ph type="sldNum" sz="quarter" idx="12"/>
          </p:nvPr>
        </p:nvSpPr>
        <p:spPr/>
        <p:txBody>
          <a:bodyPr/>
          <a:lstStyle/>
          <a:p>
            <a:fld id="{A20873C9-1D99-46AE-A458-CB65BE5C07E9}" type="slidenum">
              <a:rPr lang="en-IN" smtClean="0"/>
              <a:t>‹#›</a:t>
            </a:fld>
            <a:endParaRPr lang="en-IN"/>
          </a:p>
        </p:txBody>
      </p:sp>
    </p:spTree>
    <p:extLst>
      <p:ext uri="{BB962C8B-B14F-4D97-AF65-F5344CB8AC3E}">
        <p14:creationId xmlns:p14="http://schemas.microsoft.com/office/powerpoint/2010/main" val="2737739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D18005-685D-83B8-BDBF-2B088982A3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0E6415-B137-A8EA-2318-916403D92F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9DC4CD-7699-2F50-3EB8-71D1B3C356B3}"/>
              </a:ext>
            </a:extLst>
          </p:cNvPr>
          <p:cNvSpPr>
            <a:spLocks noGrp="1"/>
          </p:cNvSpPr>
          <p:nvPr>
            <p:ph type="dt" sz="half" idx="10"/>
          </p:nvPr>
        </p:nvSpPr>
        <p:spPr/>
        <p:txBody>
          <a:bodyPr/>
          <a:lstStyle/>
          <a:p>
            <a:fld id="{44F708FD-1521-45B0-B6AE-BCA6DDE0AB9B}" type="datetime1">
              <a:rPr lang="en-IN" smtClean="0"/>
              <a:t>26-07-2026</a:t>
            </a:fld>
            <a:endParaRPr lang="en-IN"/>
          </a:p>
        </p:txBody>
      </p:sp>
      <p:sp>
        <p:nvSpPr>
          <p:cNvPr id="5" name="Footer Placeholder 4">
            <a:extLst>
              <a:ext uri="{FF2B5EF4-FFF2-40B4-BE49-F238E27FC236}">
                <a16:creationId xmlns:a16="http://schemas.microsoft.com/office/drawing/2014/main" id="{C4A04C7F-FB66-BA68-3ED9-6B0353B064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24DDB7-23B8-55BE-0BC5-D26F420CD16B}"/>
              </a:ext>
            </a:extLst>
          </p:cNvPr>
          <p:cNvSpPr>
            <a:spLocks noGrp="1"/>
          </p:cNvSpPr>
          <p:nvPr>
            <p:ph type="sldNum" sz="quarter" idx="12"/>
          </p:nvPr>
        </p:nvSpPr>
        <p:spPr/>
        <p:txBody>
          <a:bodyPr/>
          <a:lstStyle/>
          <a:p>
            <a:fld id="{A20873C9-1D99-46AE-A458-CB65BE5C07E9}" type="slidenum">
              <a:rPr lang="en-IN" smtClean="0"/>
              <a:t>‹#›</a:t>
            </a:fld>
            <a:endParaRPr lang="en-IN"/>
          </a:p>
        </p:txBody>
      </p:sp>
    </p:spTree>
    <p:extLst>
      <p:ext uri="{BB962C8B-B14F-4D97-AF65-F5344CB8AC3E}">
        <p14:creationId xmlns:p14="http://schemas.microsoft.com/office/powerpoint/2010/main" val="3665106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1187D3-11EA-BF79-A29F-695521B788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1DAAD4-A4E5-0F22-8D58-7A02C48457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8F08B7-2F3D-BD86-41E0-0FA1FCA873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7BB57C-D80E-4209-9634-DB491A2B0AF6}" type="datetime1">
              <a:rPr lang="en-IN" smtClean="0"/>
              <a:t>26-07-2026</a:t>
            </a:fld>
            <a:endParaRPr lang="en-IN"/>
          </a:p>
        </p:txBody>
      </p:sp>
      <p:sp>
        <p:nvSpPr>
          <p:cNvPr id="5" name="Footer Placeholder 4">
            <a:extLst>
              <a:ext uri="{FF2B5EF4-FFF2-40B4-BE49-F238E27FC236}">
                <a16:creationId xmlns:a16="http://schemas.microsoft.com/office/drawing/2014/main" id="{59B884DA-CB7F-4A28-9705-C8B71ADAF0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E3EC38D-F217-C6FE-4CA4-DDF45595F0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0873C9-1D99-46AE-A458-CB65BE5C07E9}" type="slidenum">
              <a:rPr lang="en-IN" smtClean="0"/>
              <a:t>‹#›</a:t>
            </a:fld>
            <a:endParaRPr lang="en-IN"/>
          </a:p>
        </p:txBody>
      </p:sp>
    </p:spTree>
    <p:extLst>
      <p:ext uri="{BB962C8B-B14F-4D97-AF65-F5344CB8AC3E}">
        <p14:creationId xmlns:p14="http://schemas.microsoft.com/office/powerpoint/2010/main" val="29225024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0058D49-EC23-6DEC-815C-83C68949795C}"/>
              </a:ext>
            </a:extLst>
          </p:cNvPr>
          <p:cNvSpPr txBox="1"/>
          <p:nvPr/>
        </p:nvSpPr>
        <p:spPr>
          <a:xfrm>
            <a:off x="2760090" y="2945032"/>
            <a:ext cx="6671820" cy="1569660"/>
          </a:xfrm>
          <a:prstGeom prst="rect">
            <a:avLst/>
          </a:prstGeom>
          <a:noFill/>
        </p:spPr>
        <p:txBody>
          <a:bodyPr wrap="square">
            <a:spAutoFit/>
          </a:bodyPr>
          <a:lstStyle/>
          <a:p>
            <a:pPr algn="ctr"/>
            <a:r>
              <a:rPr lang="en-IN" sz="4800" dirty="0">
                <a:latin typeface="Times New Roman" panose="02020603050405020304" pitchFamily="18" charset="0"/>
                <a:cs typeface="Times New Roman" panose="02020603050405020304" pitchFamily="18" charset="0"/>
              </a:rPr>
              <a:t>Evolution of Cloud Computing Technology</a:t>
            </a:r>
          </a:p>
        </p:txBody>
      </p:sp>
      <p:sp>
        <p:nvSpPr>
          <p:cNvPr id="2" name="TextBox 1">
            <a:extLst>
              <a:ext uri="{FF2B5EF4-FFF2-40B4-BE49-F238E27FC236}">
                <a16:creationId xmlns:a16="http://schemas.microsoft.com/office/drawing/2014/main" id="{F2478CD7-7D56-CACE-A1D6-B55D5EAB47AB}"/>
              </a:ext>
            </a:extLst>
          </p:cNvPr>
          <p:cNvSpPr txBox="1"/>
          <p:nvPr/>
        </p:nvSpPr>
        <p:spPr>
          <a:xfrm>
            <a:off x="8493551" y="5118755"/>
            <a:ext cx="3252247" cy="923330"/>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BY</a:t>
            </a:r>
          </a:p>
          <a:p>
            <a:pPr algn="ctr"/>
            <a:r>
              <a:rPr lang="en-IN" dirty="0">
                <a:latin typeface="Times New Roman" panose="02020603050405020304" pitchFamily="18" charset="0"/>
                <a:cs typeface="Times New Roman" panose="02020603050405020304" pitchFamily="18" charset="0"/>
              </a:rPr>
              <a:t>G.SAI SAHITH</a:t>
            </a:r>
          </a:p>
          <a:p>
            <a:pPr algn="ctr"/>
            <a:r>
              <a:rPr lang="en-IN" dirty="0">
                <a:latin typeface="Times New Roman" panose="02020603050405020304" pitchFamily="18" charset="0"/>
                <a:cs typeface="Times New Roman" panose="02020603050405020304" pitchFamily="18" charset="0"/>
              </a:rPr>
              <a:t>192424179</a:t>
            </a:r>
          </a:p>
        </p:txBody>
      </p:sp>
      <p:sp>
        <p:nvSpPr>
          <p:cNvPr id="3" name="TextBox 2">
            <a:extLst>
              <a:ext uri="{FF2B5EF4-FFF2-40B4-BE49-F238E27FC236}">
                <a16:creationId xmlns:a16="http://schemas.microsoft.com/office/drawing/2014/main" id="{E8715558-694D-9B24-1254-6681A3E09042}"/>
              </a:ext>
            </a:extLst>
          </p:cNvPr>
          <p:cNvSpPr txBox="1"/>
          <p:nvPr/>
        </p:nvSpPr>
        <p:spPr>
          <a:xfrm>
            <a:off x="2460985" y="1739245"/>
            <a:ext cx="7270030" cy="1015663"/>
          </a:xfrm>
          <a:prstGeom prst="rect">
            <a:avLst/>
          </a:prstGeom>
          <a:noFill/>
        </p:spPr>
        <p:txBody>
          <a:bodyPr wrap="square" rtlCol="0">
            <a:spAutoFit/>
          </a:bodyPr>
          <a:lstStyle/>
          <a:p>
            <a:pPr algn="ctr"/>
            <a:r>
              <a:rPr lang="en-IN" sz="6000" u="sng" dirty="0">
                <a:latin typeface="Times New Roman" panose="02020603050405020304" pitchFamily="18" charset="0"/>
                <a:cs typeface="Times New Roman" panose="02020603050405020304" pitchFamily="18" charset="0"/>
              </a:rPr>
              <a:t>CO1 – AT2</a:t>
            </a:r>
          </a:p>
        </p:txBody>
      </p:sp>
      <p:pic>
        <p:nvPicPr>
          <p:cNvPr id="6" name="Picture 2" descr="SSE-Computer Science and Engineering">
            <a:extLst>
              <a:ext uri="{FF2B5EF4-FFF2-40B4-BE49-F238E27FC236}">
                <a16:creationId xmlns:a16="http://schemas.microsoft.com/office/drawing/2014/main" id="{F3DB89E0-86ED-FB36-279A-9E45BD4E96D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76500" y="533866"/>
            <a:ext cx="7239000" cy="11096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6050FF2-BFD2-8E2F-B90E-345787717C65}"/>
              </a:ext>
            </a:extLst>
          </p:cNvPr>
          <p:cNvSpPr txBox="1"/>
          <p:nvPr/>
        </p:nvSpPr>
        <p:spPr>
          <a:xfrm>
            <a:off x="3563332" y="4704816"/>
            <a:ext cx="4826524" cy="707886"/>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COURSE CODE:CSA1514</a:t>
            </a:r>
          </a:p>
          <a:p>
            <a:pPr algn="ctr"/>
            <a:r>
              <a:rPr lang="en-IN" sz="2000" dirty="0">
                <a:latin typeface="Times New Roman" panose="02020603050405020304" pitchFamily="18" charset="0"/>
                <a:cs typeface="Times New Roman" panose="02020603050405020304" pitchFamily="18" charset="0"/>
              </a:rPr>
              <a:t>COURSE NAME: CLOUD COMPUTING</a:t>
            </a:r>
          </a:p>
        </p:txBody>
      </p:sp>
      <p:sp>
        <p:nvSpPr>
          <p:cNvPr id="7" name="Slide Number Placeholder 6">
            <a:extLst>
              <a:ext uri="{FF2B5EF4-FFF2-40B4-BE49-F238E27FC236}">
                <a16:creationId xmlns:a16="http://schemas.microsoft.com/office/drawing/2014/main" id="{AAEAD094-7DDE-CEF5-C82E-1C470125EA71}"/>
              </a:ext>
            </a:extLst>
          </p:cNvPr>
          <p:cNvSpPr>
            <a:spLocks noGrp="1"/>
          </p:cNvSpPr>
          <p:nvPr>
            <p:ph type="sldNum" sz="quarter" idx="12"/>
          </p:nvPr>
        </p:nvSpPr>
        <p:spPr/>
        <p:txBody>
          <a:bodyPr/>
          <a:lstStyle/>
          <a:p>
            <a:fld id="{A20873C9-1D99-46AE-A458-CB65BE5C07E9}" type="slidenum">
              <a:rPr lang="en-IN" smtClean="0"/>
              <a:t>1</a:t>
            </a:fld>
            <a:endParaRPr lang="en-IN"/>
          </a:p>
        </p:txBody>
      </p:sp>
    </p:spTree>
    <p:extLst>
      <p:ext uri="{BB962C8B-B14F-4D97-AF65-F5344CB8AC3E}">
        <p14:creationId xmlns:p14="http://schemas.microsoft.com/office/powerpoint/2010/main" val="3064103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EDDDF-B5DB-6486-C742-8907835C2D4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D4FD257-1506-39F6-BBAC-2C041C328D21}"/>
              </a:ext>
            </a:extLst>
          </p:cNvPr>
          <p:cNvSpPr txBox="1"/>
          <p:nvPr/>
        </p:nvSpPr>
        <p:spPr>
          <a:xfrm>
            <a:off x="1161854" y="1540439"/>
            <a:ext cx="6094428"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What is Cloud Computing?</a:t>
            </a:r>
          </a:p>
        </p:txBody>
      </p:sp>
      <p:sp>
        <p:nvSpPr>
          <p:cNvPr id="6" name="TextBox 5">
            <a:extLst>
              <a:ext uri="{FF2B5EF4-FFF2-40B4-BE49-F238E27FC236}">
                <a16:creationId xmlns:a16="http://schemas.microsoft.com/office/drawing/2014/main" id="{1626A3D7-7331-E4DD-F62D-043869B5F9DF}"/>
              </a:ext>
            </a:extLst>
          </p:cNvPr>
          <p:cNvSpPr txBox="1"/>
          <p:nvPr/>
        </p:nvSpPr>
        <p:spPr>
          <a:xfrm>
            <a:off x="738041" y="2794236"/>
            <a:ext cx="5681614" cy="1323439"/>
          </a:xfrm>
          <a:prstGeom prst="rect">
            <a:avLst/>
          </a:prstGeom>
          <a:noFill/>
        </p:spPr>
        <p:txBody>
          <a:bodyPr wrap="square">
            <a:spAutoFit/>
          </a:bodyPr>
          <a:lstStyle/>
          <a:p>
            <a:pPr marL="342900" indent="-342900" algn="just">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Cloud Computing is the delivery of computing services such as servers, storage, databases, networking, and software over the Internet instead of using a personal computer.</a:t>
            </a:r>
          </a:p>
        </p:txBody>
      </p:sp>
      <p:sp>
        <p:nvSpPr>
          <p:cNvPr id="7" name="TextBox 6">
            <a:extLst>
              <a:ext uri="{FF2B5EF4-FFF2-40B4-BE49-F238E27FC236}">
                <a16:creationId xmlns:a16="http://schemas.microsoft.com/office/drawing/2014/main" id="{74205A88-674B-75F9-3E4E-661E3EDC548F}"/>
              </a:ext>
            </a:extLst>
          </p:cNvPr>
          <p:cNvSpPr txBox="1"/>
          <p:nvPr/>
        </p:nvSpPr>
        <p:spPr>
          <a:xfrm>
            <a:off x="738040" y="4540476"/>
            <a:ext cx="6218942" cy="646331"/>
          </a:xfrm>
          <a:prstGeom prst="rect">
            <a:avLst/>
          </a:prstGeom>
          <a:noFill/>
        </p:spPr>
        <p:txBody>
          <a:bodyPr wrap="square">
            <a:spAutoFit/>
          </a:bodyPr>
          <a:lstStyle/>
          <a:p>
            <a:pPr marL="285750" indent="-285750">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Instead of storing files on your laptop, you save them in </a:t>
            </a:r>
            <a:r>
              <a:rPr lang="en-IN" sz="1800" b="1" dirty="0">
                <a:latin typeface="Times New Roman" panose="02020603050405020304" pitchFamily="18" charset="0"/>
                <a:cs typeface="Times New Roman" panose="02020603050405020304" pitchFamily="18" charset="0"/>
              </a:rPr>
              <a:t>Google Drive</a:t>
            </a:r>
            <a:r>
              <a:rPr lang="en-IN" sz="1800" dirty="0">
                <a:latin typeface="Times New Roman" panose="02020603050405020304" pitchFamily="18" charset="0"/>
                <a:cs typeface="Times New Roman" panose="02020603050405020304" pitchFamily="18" charset="0"/>
              </a:rPr>
              <a:t> and access them from anywhere.</a:t>
            </a:r>
          </a:p>
        </p:txBody>
      </p:sp>
      <p:pic>
        <p:nvPicPr>
          <p:cNvPr id="8" name="Picture 7" descr="What is Cloud Computing: Introduction, Types, Trends and Uses | V2Soft">
            <a:extLst>
              <a:ext uri="{FF2B5EF4-FFF2-40B4-BE49-F238E27FC236}">
                <a16:creationId xmlns:a16="http://schemas.microsoft.com/office/drawing/2014/main" id="{4B09C6CE-B1C6-E419-54FC-395CA34C9A0B}"/>
              </a:ext>
            </a:extLst>
          </p:cNvPr>
          <p:cNvPicPr>
            <a:picLocks noChangeAspect="1"/>
          </p:cNvPicPr>
          <p:nvPr/>
        </p:nvPicPr>
        <p:blipFill>
          <a:blip r:embed="rId2"/>
          <a:stretch>
            <a:fillRect/>
          </a:stretch>
        </p:blipFill>
        <p:spPr>
          <a:xfrm>
            <a:off x="7505797" y="2063659"/>
            <a:ext cx="3834123" cy="2945729"/>
          </a:xfrm>
          <a:prstGeom prst="rect">
            <a:avLst/>
          </a:prstGeom>
        </p:spPr>
      </p:pic>
      <p:sp>
        <p:nvSpPr>
          <p:cNvPr id="2" name="Slide Number Placeholder 1">
            <a:extLst>
              <a:ext uri="{FF2B5EF4-FFF2-40B4-BE49-F238E27FC236}">
                <a16:creationId xmlns:a16="http://schemas.microsoft.com/office/drawing/2014/main" id="{BFBD43C7-770B-4BB5-8910-E836236A0CEE}"/>
              </a:ext>
            </a:extLst>
          </p:cNvPr>
          <p:cNvSpPr>
            <a:spLocks noGrp="1"/>
          </p:cNvSpPr>
          <p:nvPr>
            <p:ph type="sldNum" sz="quarter" idx="12"/>
          </p:nvPr>
        </p:nvSpPr>
        <p:spPr/>
        <p:txBody>
          <a:bodyPr/>
          <a:lstStyle/>
          <a:p>
            <a:fld id="{A20873C9-1D99-46AE-A458-CB65BE5C07E9}" type="slidenum">
              <a:rPr lang="en-IN" smtClean="0"/>
              <a:t>2</a:t>
            </a:fld>
            <a:endParaRPr lang="en-IN"/>
          </a:p>
        </p:txBody>
      </p:sp>
    </p:spTree>
    <p:extLst>
      <p:ext uri="{BB962C8B-B14F-4D97-AF65-F5344CB8AC3E}">
        <p14:creationId xmlns:p14="http://schemas.microsoft.com/office/powerpoint/2010/main" val="2725674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70DD0-E539-238A-1EFC-BB1C5920211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93CC694-C5F6-F495-8EF6-732E57EECEB3}"/>
              </a:ext>
            </a:extLst>
          </p:cNvPr>
          <p:cNvSpPr txBox="1"/>
          <p:nvPr/>
        </p:nvSpPr>
        <p:spPr>
          <a:xfrm>
            <a:off x="427349" y="1562912"/>
            <a:ext cx="5182385" cy="461665"/>
          </a:xfrm>
          <a:prstGeom prst="rect">
            <a:avLst/>
          </a:prstGeom>
        </p:spPr>
        <p:style>
          <a:lnRef idx="3">
            <a:schemeClr val="lt1"/>
          </a:lnRef>
          <a:fillRef idx="1">
            <a:schemeClr val="accent4"/>
          </a:fillRef>
          <a:effectRef idx="1">
            <a:schemeClr val="accent4"/>
          </a:effectRef>
          <a:fontRef idx="minor">
            <a:schemeClr val="lt1"/>
          </a:fontRef>
        </p:style>
        <p:txBody>
          <a:bodyPr wrap="square">
            <a:spAutoFit/>
          </a:bodyPr>
          <a:lstStyle/>
          <a:p>
            <a:r>
              <a:rPr lang="en-IN" sz="2400" b="1" dirty="0">
                <a:latin typeface="Times New Roman" panose="02020603050405020304" pitchFamily="18" charset="0"/>
                <a:cs typeface="Times New Roman" panose="02020603050405020304" pitchFamily="18" charset="0"/>
              </a:rPr>
              <a:t>Before Cloud Computing (1960–1990)</a:t>
            </a:r>
          </a:p>
        </p:txBody>
      </p:sp>
      <p:sp>
        <p:nvSpPr>
          <p:cNvPr id="10" name="TextBox 9">
            <a:extLst>
              <a:ext uri="{FF2B5EF4-FFF2-40B4-BE49-F238E27FC236}">
                <a16:creationId xmlns:a16="http://schemas.microsoft.com/office/drawing/2014/main" id="{2837A826-CD73-6174-706B-8417209D74C3}"/>
              </a:ext>
            </a:extLst>
          </p:cNvPr>
          <p:cNvSpPr txBox="1"/>
          <p:nvPr/>
        </p:nvSpPr>
        <p:spPr>
          <a:xfrm>
            <a:off x="6636078" y="1562912"/>
            <a:ext cx="5380348" cy="461665"/>
          </a:xfrm>
          <a:prstGeom prst="rect">
            <a:avLst/>
          </a:prstGeom>
        </p:spPr>
        <p:style>
          <a:lnRef idx="3">
            <a:schemeClr val="lt1"/>
          </a:lnRef>
          <a:fillRef idx="1">
            <a:schemeClr val="accent4"/>
          </a:fillRef>
          <a:effectRef idx="1">
            <a:schemeClr val="accent4"/>
          </a:effectRef>
          <a:fontRef idx="minor">
            <a:schemeClr val="lt1"/>
          </a:fontRef>
        </p:style>
        <p:txBody>
          <a:bodyPr wrap="square">
            <a:spAutoFit/>
          </a:bodyPr>
          <a:lstStyle/>
          <a:p>
            <a:r>
              <a:rPr lang="en-IN" sz="2400" b="1" dirty="0">
                <a:latin typeface="Times New Roman" panose="02020603050405020304" pitchFamily="18" charset="0"/>
                <a:cs typeface="Times New Roman" panose="02020603050405020304" pitchFamily="18" charset="0"/>
              </a:rPr>
              <a:t>Birth of Cloud Computing (1990–2005)</a:t>
            </a:r>
          </a:p>
        </p:txBody>
      </p:sp>
      <p:sp>
        <p:nvSpPr>
          <p:cNvPr id="12" name="TextBox 11">
            <a:extLst>
              <a:ext uri="{FF2B5EF4-FFF2-40B4-BE49-F238E27FC236}">
                <a16:creationId xmlns:a16="http://schemas.microsoft.com/office/drawing/2014/main" id="{E91CBC71-C263-7098-3682-5D744DD404F1}"/>
              </a:ext>
            </a:extLst>
          </p:cNvPr>
          <p:cNvSpPr txBox="1"/>
          <p:nvPr/>
        </p:nvSpPr>
        <p:spPr>
          <a:xfrm>
            <a:off x="549113" y="2365657"/>
            <a:ext cx="5182384" cy="1938992"/>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Traditional Computing</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Every company had its own computers. </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Data was stored locally. </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High maintenance cost. </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Difficult to upgrade hardware. </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Limited storage.</a:t>
            </a:r>
          </a:p>
        </p:txBody>
      </p:sp>
      <p:sp>
        <p:nvSpPr>
          <p:cNvPr id="14" name="TextBox 13">
            <a:extLst>
              <a:ext uri="{FF2B5EF4-FFF2-40B4-BE49-F238E27FC236}">
                <a16:creationId xmlns:a16="http://schemas.microsoft.com/office/drawing/2014/main" id="{5AC74534-8A11-38CF-0315-4EF4DA715F92}"/>
              </a:ext>
            </a:extLst>
          </p:cNvPr>
          <p:cNvSpPr txBox="1"/>
          <p:nvPr/>
        </p:nvSpPr>
        <p:spPr>
          <a:xfrm>
            <a:off x="549112" y="4611642"/>
            <a:ext cx="5546887" cy="1015663"/>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Example</a:t>
            </a:r>
          </a:p>
          <a:p>
            <a:pPr>
              <a:buNone/>
            </a:pPr>
            <a:r>
              <a:rPr lang="en-IN" sz="2000" dirty="0">
                <a:latin typeface="Times New Roman" panose="02020603050405020304" pitchFamily="18" charset="0"/>
                <a:cs typeface="Times New Roman" panose="02020603050405020304" pitchFamily="18" charset="0"/>
              </a:rPr>
              <a:t>A college stores all student records on one computer in the office.</a:t>
            </a:r>
          </a:p>
        </p:txBody>
      </p:sp>
      <p:sp>
        <p:nvSpPr>
          <p:cNvPr id="16" name="TextBox 15">
            <a:extLst>
              <a:ext uri="{FF2B5EF4-FFF2-40B4-BE49-F238E27FC236}">
                <a16:creationId xmlns:a16="http://schemas.microsoft.com/office/drawing/2014/main" id="{5F213F54-3277-D4E3-E3F7-3CD3537983D7}"/>
              </a:ext>
            </a:extLst>
          </p:cNvPr>
          <p:cNvSpPr txBox="1"/>
          <p:nvPr/>
        </p:nvSpPr>
        <p:spPr>
          <a:xfrm>
            <a:off x="6460505" y="2519545"/>
            <a:ext cx="5731495" cy="1631216"/>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What Changed?</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Internet became faster. </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Companies started providing online services. </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Virtualization technology became popular. </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Shared computing resources reduced costs.</a:t>
            </a:r>
          </a:p>
        </p:txBody>
      </p:sp>
      <p:sp>
        <p:nvSpPr>
          <p:cNvPr id="18" name="TextBox 17">
            <a:extLst>
              <a:ext uri="{FF2B5EF4-FFF2-40B4-BE49-F238E27FC236}">
                <a16:creationId xmlns:a16="http://schemas.microsoft.com/office/drawing/2014/main" id="{E14DCEC6-D54C-80FF-B12B-285D34E5F8CA}"/>
              </a:ext>
            </a:extLst>
          </p:cNvPr>
          <p:cNvSpPr txBox="1"/>
          <p:nvPr/>
        </p:nvSpPr>
        <p:spPr>
          <a:xfrm>
            <a:off x="6572841" y="4611642"/>
            <a:ext cx="4315119" cy="1200329"/>
          </a:xfrm>
          <a:prstGeom prst="rect">
            <a:avLst/>
          </a:prstGeom>
          <a:noFill/>
        </p:spPr>
        <p:txBody>
          <a:bodyPr wrap="square">
            <a:spAutoFit/>
          </a:bodyPr>
          <a:lstStyle/>
          <a:p>
            <a:pPr>
              <a:buNone/>
            </a:pPr>
            <a:r>
              <a:rPr lang="en-IN" b="1" dirty="0"/>
              <a:t>Major Development</a:t>
            </a:r>
          </a:p>
          <a:p>
            <a:pPr marL="742950" lvl="1" indent="-285750">
              <a:buFont typeface="Wingdings" panose="05000000000000000000" pitchFamily="2" charset="2"/>
              <a:buChar char="§"/>
            </a:pPr>
            <a:r>
              <a:rPr lang="en-IN" dirty="0"/>
              <a:t>Web applications </a:t>
            </a:r>
          </a:p>
          <a:p>
            <a:pPr marL="742950" lvl="1" indent="-285750">
              <a:buFont typeface="Wingdings" panose="05000000000000000000" pitchFamily="2" charset="2"/>
              <a:buChar char="§"/>
            </a:pPr>
            <a:r>
              <a:rPr lang="en-IN" dirty="0"/>
              <a:t>Online storage </a:t>
            </a:r>
          </a:p>
          <a:p>
            <a:pPr marL="742950" lvl="1" indent="-285750">
              <a:buFont typeface="Wingdings" panose="05000000000000000000" pitchFamily="2" charset="2"/>
              <a:buChar char="§"/>
            </a:pPr>
            <a:r>
              <a:rPr lang="en-IN" dirty="0"/>
              <a:t>Data </a:t>
            </a:r>
            <a:r>
              <a:rPr lang="en-IN" dirty="0" err="1"/>
              <a:t>centers</a:t>
            </a:r>
            <a:endParaRPr lang="en-IN" dirty="0"/>
          </a:p>
        </p:txBody>
      </p:sp>
      <p:cxnSp>
        <p:nvCxnSpPr>
          <p:cNvPr id="20" name="Straight Connector 19">
            <a:extLst>
              <a:ext uri="{FF2B5EF4-FFF2-40B4-BE49-F238E27FC236}">
                <a16:creationId xmlns:a16="http://schemas.microsoft.com/office/drawing/2014/main" id="{343EBE50-54DB-407E-BA11-E59608901649}"/>
              </a:ext>
            </a:extLst>
          </p:cNvPr>
          <p:cNvCxnSpPr>
            <a:cxnSpLocks/>
          </p:cNvCxnSpPr>
          <p:nvPr/>
        </p:nvCxnSpPr>
        <p:spPr>
          <a:xfrm>
            <a:off x="6246828" y="1430938"/>
            <a:ext cx="0" cy="4685122"/>
          </a:xfrm>
          <a:prstGeom prst="line">
            <a:avLst/>
          </a:prstGeom>
        </p:spPr>
        <p:style>
          <a:lnRef idx="3">
            <a:schemeClr val="accent6"/>
          </a:lnRef>
          <a:fillRef idx="0">
            <a:schemeClr val="accent6"/>
          </a:fillRef>
          <a:effectRef idx="2">
            <a:schemeClr val="accent6"/>
          </a:effectRef>
          <a:fontRef idx="minor">
            <a:schemeClr val="tx1"/>
          </a:fontRef>
        </p:style>
      </p:cxnSp>
      <p:sp>
        <p:nvSpPr>
          <p:cNvPr id="2" name="Slide Number Placeholder 1">
            <a:extLst>
              <a:ext uri="{FF2B5EF4-FFF2-40B4-BE49-F238E27FC236}">
                <a16:creationId xmlns:a16="http://schemas.microsoft.com/office/drawing/2014/main" id="{F994E22E-0C2D-1FD0-89FA-EE96DE13A72F}"/>
              </a:ext>
            </a:extLst>
          </p:cNvPr>
          <p:cNvSpPr>
            <a:spLocks noGrp="1"/>
          </p:cNvSpPr>
          <p:nvPr>
            <p:ph type="sldNum" sz="quarter" idx="12"/>
          </p:nvPr>
        </p:nvSpPr>
        <p:spPr/>
        <p:txBody>
          <a:bodyPr/>
          <a:lstStyle/>
          <a:p>
            <a:fld id="{A20873C9-1D99-46AE-A458-CB65BE5C07E9}" type="slidenum">
              <a:rPr lang="en-IN" smtClean="0"/>
              <a:t>3</a:t>
            </a:fld>
            <a:endParaRPr lang="en-IN"/>
          </a:p>
        </p:txBody>
      </p:sp>
    </p:spTree>
    <p:extLst>
      <p:ext uri="{BB962C8B-B14F-4D97-AF65-F5344CB8AC3E}">
        <p14:creationId xmlns:p14="http://schemas.microsoft.com/office/powerpoint/2010/main" val="2571510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ECF75-A8DD-B6E6-7028-972DFFB198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E20BDA5-C8B5-FD93-B50A-2281F90CC32C}"/>
              </a:ext>
            </a:extLst>
          </p:cNvPr>
          <p:cNvSpPr txBox="1"/>
          <p:nvPr/>
        </p:nvSpPr>
        <p:spPr>
          <a:xfrm>
            <a:off x="3357120" y="830944"/>
            <a:ext cx="6094428"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sz="2400" b="1" dirty="0">
                <a:latin typeface="Times New Roman" panose="02020603050405020304" pitchFamily="18" charset="0"/>
                <a:cs typeface="Times New Roman" panose="02020603050405020304" pitchFamily="18" charset="0"/>
              </a:rPr>
              <a:t>Growth of Cloud Computing (2006–2015)</a:t>
            </a:r>
          </a:p>
        </p:txBody>
      </p:sp>
      <p:sp>
        <p:nvSpPr>
          <p:cNvPr id="6" name="TextBox 5">
            <a:extLst>
              <a:ext uri="{FF2B5EF4-FFF2-40B4-BE49-F238E27FC236}">
                <a16:creationId xmlns:a16="http://schemas.microsoft.com/office/drawing/2014/main" id="{06424D31-D623-89D1-CA87-C99992725555}"/>
              </a:ext>
            </a:extLst>
          </p:cNvPr>
          <p:cNvSpPr txBox="1"/>
          <p:nvPr/>
        </p:nvSpPr>
        <p:spPr>
          <a:xfrm>
            <a:off x="624527" y="2093787"/>
            <a:ext cx="3048785" cy="1200329"/>
          </a:xfrm>
          <a:prstGeom prst="rect">
            <a:avLst/>
          </a:prstGeom>
          <a:noFill/>
        </p:spPr>
        <p:txBody>
          <a:bodyPr wrap="square">
            <a:spAutoFit/>
          </a:bodyPr>
          <a:lstStyle/>
          <a:p>
            <a:pPr algn="ctr">
              <a:buNone/>
            </a:pPr>
            <a:r>
              <a:rPr lang="en-IN" b="1" u="sng" dirty="0">
                <a:latin typeface="Times New Roman" panose="02020603050405020304" pitchFamily="18" charset="0"/>
                <a:cs typeface="Times New Roman" panose="02020603050405020304" pitchFamily="18" charset="0"/>
              </a:rPr>
              <a:t>Major Cloud Platforms</a:t>
            </a:r>
          </a:p>
          <a:p>
            <a:pPr algn="ctr"/>
            <a:r>
              <a:rPr lang="en-IN" dirty="0">
                <a:latin typeface="Times New Roman" panose="02020603050405020304" pitchFamily="18" charset="0"/>
                <a:cs typeface="Times New Roman" panose="02020603050405020304" pitchFamily="18" charset="0"/>
              </a:rPr>
              <a:t>Amazon Web Services (AWS) </a:t>
            </a:r>
          </a:p>
          <a:p>
            <a:pPr algn="ctr"/>
            <a:r>
              <a:rPr lang="en-IN" dirty="0">
                <a:latin typeface="Times New Roman" panose="02020603050405020304" pitchFamily="18" charset="0"/>
                <a:cs typeface="Times New Roman" panose="02020603050405020304" pitchFamily="18" charset="0"/>
              </a:rPr>
              <a:t>Microsoft Azure </a:t>
            </a:r>
          </a:p>
          <a:p>
            <a:pPr algn="ctr"/>
            <a:r>
              <a:rPr lang="en-IN" dirty="0">
                <a:latin typeface="Times New Roman" panose="02020603050405020304" pitchFamily="18" charset="0"/>
                <a:cs typeface="Times New Roman" panose="02020603050405020304" pitchFamily="18" charset="0"/>
              </a:rPr>
              <a:t>Google Cloud</a:t>
            </a:r>
          </a:p>
        </p:txBody>
      </p:sp>
      <p:sp>
        <p:nvSpPr>
          <p:cNvPr id="8" name="TextBox 7">
            <a:extLst>
              <a:ext uri="{FF2B5EF4-FFF2-40B4-BE49-F238E27FC236}">
                <a16:creationId xmlns:a16="http://schemas.microsoft.com/office/drawing/2014/main" id="{51955273-3028-0B54-BFC7-2426D1D9D051}"/>
              </a:ext>
            </a:extLst>
          </p:cNvPr>
          <p:cNvSpPr txBox="1"/>
          <p:nvPr/>
        </p:nvSpPr>
        <p:spPr>
          <a:xfrm>
            <a:off x="4865409" y="1955288"/>
            <a:ext cx="2778550" cy="1477328"/>
          </a:xfrm>
          <a:prstGeom prst="rect">
            <a:avLst/>
          </a:prstGeom>
          <a:noFill/>
        </p:spPr>
        <p:txBody>
          <a:bodyPr wrap="square">
            <a:spAutoFit/>
          </a:bodyPr>
          <a:lstStyle/>
          <a:p>
            <a:pPr algn="ctr">
              <a:buNone/>
            </a:pPr>
            <a:r>
              <a:rPr lang="en-IN" b="1" u="sng" dirty="0">
                <a:latin typeface="Times New Roman" panose="02020603050405020304" pitchFamily="18" charset="0"/>
                <a:cs typeface="Times New Roman" panose="02020603050405020304" pitchFamily="18" charset="0"/>
              </a:rPr>
              <a:t>Popular Services</a:t>
            </a:r>
          </a:p>
          <a:p>
            <a:pPr algn="ctr"/>
            <a:r>
              <a:rPr lang="en-IN" dirty="0">
                <a:latin typeface="Times New Roman" panose="02020603050405020304" pitchFamily="18" charset="0"/>
                <a:cs typeface="Times New Roman" panose="02020603050405020304" pitchFamily="18" charset="0"/>
              </a:rPr>
              <a:t>Online storage </a:t>
            </a:r>
          </a:p>
          <a:p>
            <a:pPr algn="ctr"/>
            <a:r>
              <a:rPr lang="en-IN" dirty="0">
                <a:latin typeface="Times New Roman" panose="02020603050405020304" pitchFamily="18" charset="0"/>
                <a:cs typeface="Times New Roman" panose="02020603050405020304" pitchFamily="18" charset="0"/>
              </a:rPr>
              <a:t>Virtual Machines </a:t>
            </a:r>
          </a:p>
          <a:p>
            <a:pPr algn="ctr"/>
            <a:r>
              <a:rPr lang="en-IN" dirty="0">
                <a:latin typeface="Times New Roman" panose="02020603050405020304" pitchFamily="18" charset="0"/>
                <a:cs typeface="Times New Roman" panose="02020603050405020304" pitchFamily="18" charset="0"/>
              </a:rPr>
              <a:t>Cloud Databases </a:t>
            </a:r>
          </a:p>
          <a:p>
            <a:pPr algn="ctr"/>
            <a:r>
              <a:rPr lang="en-IN" dirty="0">
                <a:latin typeface="Times New Roman" panose="02020603050405020304" pitchFamily="18" charset="0"/>
                <a:cs typeface="Times New Roman" panose="02020603050405020304" pitchFamily="18" charset="0"/>
              </a:rPr>
              <a:t>Email services</a:t>
            </a:r>
          </a:p>
        </p:txBody>
      </p:sp>
      <p:sp>
        <p:nvSpPr>
          <p:cNvPr id="10" name="TextBox 9">
            <a:extLst>
              <a:ext uri="{FF2B5EF4-FFF2-40B4-BE49-F238E27FC236}">
                <a16:creationId xmlns:a16="http://schemas.microsoft.com/office/drawing/2014/main" id="{6D78590B-3821-05E0-EF38-BD00E531F399}"/>
              </a:ext>
            </a:extLst>
          </p:cNvPr>
          <p:cNvSpPr txBox="1"/>
          <p:nvPr/>
        </p:nvSpPr>
        <p:spPr>
          <a:xfrm>
            <a:off x="9301898" y="1955288"/>
            <a:ext cx="2099820" cy="1477328"/>
          </a:xfrm>
          <a:prstGeom prst="rect">
            <a:avLst/>
          </a:prstGeom>
          <a:noFill/>
        </p:spPr>
        <p:txBody>
          <a:bodyPr wrap="square">
            <a:spAutoFit/>
          </a:bodyPr>
          <a:lstStyle/>
          <a:p>
            <a:pPr algn="ctr">
              <a:buNone/>
            </a:pPr>
            <a:r>
              <a:rPr lang="en-IN" b="1" u="sng" dirty="0">
                <a:latin typeface="Times New Roman" panose="02020603050405020304" pitchFamily="18" charset="0"/>
                <a:cs typeface="Times New Roman" panose="02020603050405020304" pitchFamily="18" charset="0"/>
              </a:rPr>
              <a:t>Advantages</a:t>
            </a:r>
          </a:p>
          <a:p>
            <a:pPr algn="ctr"/>
            <a:r>
              <a:rPr lang="en-IN" dirty="0">
                <a:latin typeface="Times New Roman" panose="02020603050405020304" pitchFamily="18" charset="0"/>
                <a:cs typeface="Times New Roman" panose="02020603050405020304" pitchFamily="18" charset="0"/>
              </a:rPr>
              <a:t>Lower cost </a:t>
            </a:r>
          </a:p>
          <a:p>
            <a:pPr algn="ctr"/>
            <a:r>
              <a:rPr lang="en-IN" dirty="0">
                <a:latin typeface="Times New Roman" panose="02020603050405020304" pitchFamily="18" charset="0"/>
                <a:cs typeface="Times New Roman" panose="02020603050405020304" pitchFamily="18" charset="0"/>
              </a:rPr>
              <a:t>Easy access </a:t>
            </a:r>
          </a:p>
          <a:p>
            <a:pPr algn="ctr"/>
            <a:r>
              <a:rPr lang="en-IN" dirty="0">
                <a:latin typeface="Times New Roman" panose="02020603050405020304" pitchFamily="18" charset="0"/>
                <a:cs typeface="Times New Roman" panose="02020603050405020304" pitchFamily="18" charset="0"/>
              </a:rPr>
              <a:t>High availability </a:t>
            </a:r>
          </a:p>
          <a:p>
            <a:pPr algn="ctr"/>
            <a:r>
              <a:rPr lang="en-IN" dirty="0">
                <a:latin typeface="Times New Roman" panose="02020603050405020304" pitchFamily="18" charset="0"/>
                <a:cs typeface="Times New Roman" panose="02020603050405020304" pitchFamily="18" charset="0"/>
              </a:rPr>
              <a:t>Scalability</a:t>
            </a:r>
          </a:p>
        </p:txBody>
      </p:sp>
      <p:sp>
        <p:nvSpPr>
          <p:cNvPr id="12" name="TextBox 11">
            <a:extLst>
              <a:ext uri="{FF2B5EF4-FFF2-40B4-BE49-F238E27FC236}">
                <a16:creationId xmlns:a16="http://schemas.microsoft.com/office/drawing/2014/main" id="{CFC0381F-6EA2-861D-F68A-9161BE4490BD}"/>
              </a:ext>
            </a:extLst>
          </p:cNvPr>
          <p:cNvSpPr txBox="1"/>
          <p:nvPr/>
        </p:nvSpPr>
        <p:spPr>
          <a:xfrm>
            <a:off x="3357120" y="3633629"/>
            <a:ext cx="5795127"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2400" b="1" dirty="0">
                <a:latin typeface="Times New Roman" panose="02020603050405020304" pitchFamily="18" charset="0"/>
                <a:cs typeface="Times New Roman" panose="02020603050405020304" pitchFamily="18" charset="0"/>
              </a:rPr>
              <a:t>Modern Cloud Computing (2016–Present)</a:t>
            </a:r>
          </a:p>
        </p:txBody>
      </p:sp>
      <p:sp>
        <p:nvSpPr>
          <p:cNvPr id="14" name="TextBox 13">
            <a:extLst>
              <a:ext uri="{FF2B5EF4-FFF2-40B4-BE49-F238E27FC236}">
                <a16:creationId xmlns:a16="http://schemas.microsoft.com/office/drawing/2014/main" id="{173B7A41-5B8E-CF1A-C313-363163BE664A}"/>
              </a:ext>
            </a:extLst>
          </p:cNvPr>
          <p:cNvSpPr txBox="1"/>
          <p:nvPr/>
        </p:nvSpPr>
        <p:spPr>
          <a:xfrm>
            <a:off x="831916" y="4446999"/>
            <a:ext cx="3843779" cy="2031325"/>
          </a:xfrm>
          <a:prstGeom prst="rect">
            <a:avLst/>
          </a:prstGeom>
          <a:noFill/>
        </p:spPr>
        <p:txBody>
          <a:bodyPr wrap="square">
            <a:spAutoFit/>
          </a:bodyPr>
          <a:lstStyle/>
          <a:p>
            <a:pPr algn="ctr">
              <a:buNone/>
            </a:pPr>
            <a:r>
              <a:rPr lang="en-IN" b="1" u="sng" dirty="0">
                <a:latin typeface="Times New Roman" panose="02020603050405020304" pitchFamily="18" charset="0"/>
                <a:cs typeface="Times New Roman" panose="02020603050405020304" pitchFamily="18" charset="0"/>
              </a:rPr>
              <a:t>New Technologies</a:t>
            </a:r>
          </a:p>
          <a:p>
            <a:pPr algn="ctr"/>
            <a:r>
              <a:rPr lang="en-IN" dirty="0">
                <a:latin typeface="Times New Roman" panose="02020603050405020304" pitchFamily="18" charset="0"/>
                <a:cs typeface="Times New Roman" panose="02020603050405020304" pitchFamily="18" charset="0"/>
              </a:rPr>
              <a:t>Artificial Intelligence (AI) </a:t>
            </a:r>
          </a:p>
          <a:p>
            <a:pPr algn="ctr"/>
            <a:r>
              <a:rPr lang="en-IN" dirty="0">
                <a:latin typeface="Times New Roman" panose="02020603050405020304" pitchFamily="18" charset="0"/>
                <a:cs typeface="Times New Roman" panose="02020603050405020304" pitchFamily="18" charset="0"/>
              </a:rPr>
              <a:t>Machine Learning (ML) </a:t>
            </a:r>
          </a:p>
          <a:p>
            <a:pPr algn="ctr"/>
            <a:r>
              <a:rPr lang="en-IN" dirty="0">
                <a:latin typeface="Times New Roman" panose="02020603050405020304" pitchFamily="18" charset="0"/>
                <a:cs typeface="Times New Roman" panose="02020603050405020304" pitchFamily="18" charset="0"/>
              </a:rPr>
              <a:t>Internet of Things (IoT) </a:t>
            </a:r>
          </a:p>
          <a:p>
            <a:pPr algn="ctr"/>
            <a:r>
              <a:rPr lang="en-IN" dirty="0">
                <a:latin typeface="Times New Roman" panose="02020603050405020304" pitchFamily="18" charset="0"/>
                <a:cs typeface="Times New Roman" panose="02020603050405020304" pitchFamily="18" charset="0"/>
              </a:rPr>
              <a:t>Edge Computing </a:t>
            </a:r>
          </a:p>
          <a:p>
            <a:pPr algn="ctr"/>
            <a:r>
              <a:rPr lang="en-IN" dirty="0">
                <a:latin typeface="Times New Roman" panose="02020603050405020304" pitchFamily="18" charset="0"/>
                <a:cs typeface="Times New Roman" panose="02020603050405020304" pitchFamily="18" charset="0"/>
              </a:rPr>
              <a:t>Serverless Computing </a:t>
            </a:r>
          </a:p>
          <a:p>
            <a:pPr algn="ctr"/>
            <a:r>
              <a:rPr lang="en-IN" dirty="0">
                <a:latin typeface="Times New Roman" panose="02020603050405020304" pitchFamily="18" charset="0"/>
                <a:cs typeface="Times New Roman" panose="02020603050405020304" pitchFamily="18" charset="0"/>
              </a:rPr>
              <a:t>Containers (Docker, Kubernetes)</a:t>
            </a:r>
          </a:p>
        </p:txBody>
      </p:sp>
      <p:sp>
        <p:nvSpPr>
          <p:cNvPr id="16" name="TextBox 15">
            <a:extLst>
              <a:ext uri="{FF2B5EF4-FFF2-40B4-BE49-F238E27FC236}">
                <a16:creationId xmlns:a16="http://schemas.microsoft.com/office/drawing/2014/main" id="{C870FEAE-715A-2D95-C533-E3F22868D01C}"/>
              </a:ext>
            </a:extLst>
          </p:cNvPr>
          <p:cNvSpPr txBox="1"/>
          <p:nvPr/>
        </p:nvSpPr>
        <p:spPr>
          <a:xfrm>
            <a:off x="7643959" y="4723997"/>
            <a:ext cx="2853964" cy="1477328"/>
          </a:xfrm>
          <a:prstGeom prst="rect">
            <a:avLst/>
          </a:prstGeom>
          <a:noFill/>
        </p:spPr>
        <p:txBody>
          <a:bodyPr wrap="square">
            <a:spAutoFit/>
          </a:bodyPr>
          <a:lstStyle/>
          <a:p>
            <a:pPr algn="ctr">
              <a:buNone/>
            </a:pPr>
            <a:r>
              <a:rPr lang="en-IN" b="1" u="sng" dirty="0">
                <a:latin typeface="Times New Roman" panose="02020603050405020304" pitchFamily="18" charset="0"/>
                <a:cs typeface="Times New Roman" panose="02020603050405020304" pitchFamily="18" charset="0"/>
              </a:rPr>
              <a:t>Real-Life Examples</a:t>
            </a:r>
          </a:p>
          <a:p>
            <a:pPr algn="ctr"/>
            <a:r>
              <a:rPr lang="en-IN" dirty="0">
                <a:latin typeface="Times New Roman" panose="02020603050405020304" pitchFamily="18" charset="0"/>
                <a:cs typeface="Times New Roman" panose="02020603050405020304" pitchFamily="18" charset="0"/>
              </a:rPr>
              <a:t>Netflix </a:t>
            </a:r>
          </a:p>
          <a:p>
            <a:pPr algn="ctr"/>
            <a:r>
              <a:rPr lang="en-IN" dirty="0">
                <a:latin typeface="Times New Roman" panose="02020603050405020304" pitchFamily="18" charset="0"/>
                <a:cs typeface="Times New Roman" panose="02020603050405020304" pitchFamily="18" charset="0"/>
              </a:rPr>
              <a:t>Google Photos </a:t>
            </a:r>
          </a:p>
          <a:p>
            <a:pPr algn="ctr"/>
            <a:r>
              <a:rPr lang="en-IN" dirty="0">
                <a:latin typeface="Times New Roman" panose="02020603050405020304" pitchFamily="18" charset="0"/>
                <a:cs typeface="Times New Roman" panose="02020603050405020304" pitchFamily="18" charset="0"/>
              </a:rPr>
              <a:t>ChatGPT </a:t>
            </a:r>
          </a:p>
          <a:p>
            <a:pPr algn="ctr"/>
            <a:r>
              <a:rPr lang="en-IN" dirty="0">
                <a:latin typeface="Times New Roman" panose="02020603050405020304" pitchFamily="18" charset="0"/>
                <a:cs typeface="Times New Roman" panose="02020603050405020304" pitchFamily="18" charset="0"/>
              </a:rPr>
              <a:t>Microsoft 365</a:t>
            </a:r>
          </a:p>
        </p:txBody>
      </p:sp>
      <p:sp>
        <p:nvSpPr>
          <p:cNvPr id="2" name="Slide Number Placeholder 1">
            <a:extLst>
              <a:ext uri="{FF2B5EF4-FFF2-40B4-BE49-F238E27FC236}">
                <a16:creationId xmlns:a16="http://schemas.microsoft.com/office/drawing/2014/main" id="{143EBC48-1031-B919-12BC-A47ADED1FBC3}"/>
              </a:ext>
            </a:extLst>
          </p:cNvPr>
          <p:cNvSpPr>
            <a:spLocks noGrp="1"/>
          </p:cNvSpPr>
          <p:nvPr>
            <p:ph type="sldNum" sz="quarter" idx="12"/>
          </p:nvPr>
        </p:nvSpPr>
        <p:spPr/>
        <p:txBody>
          <a:bodyPr/>
          <a:lstStyle/>
          <a:p>
            <a:fld id="{A20873C9-1D99-46AE-A458-CB65BE5C07E9}" type="slidenum">
              <a:rPr lang="en-IN" smtClean="0"/>
              <a:t>4</a:t>
            </a:fld>
            <a:endParaRPr lang="en-IN"/>
          </a:p>
        </p:txBody>
      </p:sp>
    </p:spTree>
    <p:extLst>
      <p:ext uri="{BB962C8B-B14F-4D97-AF65-F5344CB8AC3E}">
        <p14:creationId xmlns:p14="http://schemas.microsoft.com/office/powerpoint/2010/main" val="1395283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CF4B7-F909-22D4-E84B-A1DA0EB7A00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647676-FC3A-EBB6-609A-D7D1DA48EA3B}"/>
              </a:ext>
            </a:extLst>
          </p:cNvPr>
          <p:cNvSpPr txBox="1"/>
          <p:nvPr/>
        </p:nvSpPr>
        <p:spPr>
          <a:xfrm>
            <a:off x="756502" y="1210651"/>
            <a:ext cx="4070022" cy="461665"/>
          </a:xfrm>
          <a:prstGeom prst="rect">
            <a:avLst/>
          </a:prstGeom>
          <a:noFill/>
        </p:spPr>
        <p:txBody>
          <a:bodyPr wrap="square">
            <a:spAutoFit/>
          </a:bodyPr>
          <a:lstStyle/>
          <a:p>
            <a:r>
              <a:rPr lang="en-IN" sz="2400" b="1" u="sng" dirty="0">
                <a:latin typeface="Times New Roman" panose="02020603050405020304" pitchFamily="18" charset="0"/>
                <a:cs typeface="Times New Roman" panose="02020603050405020304" pitchFamily="18" charset="0"/>
              </a:rPr>
              <a:t>Future of Cloud Computing</a:t>
            </a:r>
          </a:p>
        </p:txBody>
      </p:sp>
      <p:sp>
        <p:nvSpPr>
          <p:cNvPr id="6" name="TextBox 5">
            <a:extLst>
              <a:ext uri="{FF2B5EF4-FFF2-40B4-BE49-F238E27FC236}">
                <a16:creationId xmlns:a16="http://schemas.microsoft.com/office/drawing/2014/main" id="{E6A3653A-8157-C2AF-3215-C6372ED5284B}"/>
              </a:ext>
            </a:extLst>
          </p:cNvPr>
          <p:cNvSpPr txBox="1"/>
          <p:nvPr/>
        </p:nvSpPr>
        <p:spPr>
          <a:xfrm>
            <a:off x="756502" y="1937111"/>
            <a:ext cx="4442380" cy="3785652"/>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Future Technologies</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AI-powered Cloud </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Quantum Computing Integration </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Green Cloud Computing </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Edge Cloud </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Autonomous Cloud Management </a:t>
            </a:r>
          </a:p>
          <a:p>
            <a:endParaRPr lang="en-IN" sz="200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Expected Benefits</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Faster processing </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Better security </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Lower power consumption </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Smarter automation</a:t>
            </a:r>
          </a:p>
        </p:txBody>
      </p:sp>
      <p:sp>
        <p:nvSpPr>
          <p:cNvPr id="8" name="TextBox 7">
            <a:extLst>
              <a:ext uri="{FF2B5EF4-FFF2-40B4-BE49-F238E27FC236}">
                <a16:creationId xmlns:a16="http://schemas.microsoft.com/office/drawing/2014/main" id="{D0E78B37-E651-0EC0-4167-362E60083AAA}"/>
              </a:ext>
            </a:extLst>
          </p:cNvPr>
          <p:cNvSpPr txBox="1"/>
          <p:nvPr/>
        </p:nvSpPr>
        <p:spPr>
          <a:xfrm>
            <a:off x="8297945" y="1210651"/>
            <a:ext cx="1468225"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Timeline</a:t>
            </a:r>
            <a:endParaRPr lang="en-IN" sz="2000" b="1"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06186828-458D-30C2-E424-D8E013A54D98}"/>
              </a:ext>
            </a:extLst>
          </p:cNvPr>
          <p:cNvGraphicFramePr>
            <a:graphicFrameLocks noGrp="1"/>
          </p:cNvGraphicFramePr>
          <p:nvPr>
            <p:extLst>
              <p:ext uri="{D42A27DB-BD31-4B8C-83A1-F6EECF244321}">
                <p14:modId xmlns:p14="http://schemas.microsoft.com/office/powerpoint/2010/main" val="1111593137"/>
              </p:ext>
            </p:extLst>
          </p:nvPr>
        </p:nvGraphicFramePr>
        <p:xfrm>
          <a:off x="6096000" y="2154043"/>
          <a:ext cx="5602664" cy="3657600"/>
        </p:xfrm>
        <a:graphic>
          <a:graphicData uri="http://schemas.openxmlformats.org/drawingml/2006/table">
            <a:tbl>
              <a:tblPr>
                <a:tableStyleId>{08FB837D-C827-4EFA-A057-4D05807E0F7C}</a:tableStyleId>
              </a:tblPr>
              <a:tblGrid>
                <a:gridCol w="2801332">
                  <a:extLst>
                    <a:ext uri="{9D8B030D-6E8A-4147-A177-3AD203B41FA5}">
                      <a16:colId xmlns:a16="http://schemas.microsoft.com/office/drawing/2014/main" val="118173446"/>
                    </a:ext>
                  </a:extLst>
                </a:gridCol>
                <a:gridCol w="2801332">
                  <a:extLst>
                    <a:ext uri="{9D8B030D-6E8A-4147-A177-3AD203B41FA5}">
                      <a16:colId xmlns:a16="http://schemas.microsoft.com/office/drawing/2014/main" val="1626347066"/>
                    </a:ext>
                  </a:extLst>
                </a:gridCol>
              </a:tblGrid>
              <a:tr h="340846">
                <a:tc>
                  <a:txBody>
                    <a:bodyPr/>
                    <a:lstStyle/>
                    <a:p>
                      <a:pPr algn="ctr">
                        <a:buNone/>
                      </a:pPr>
                      <a:r>
                        <a:rPr lang="en-IN" b="1" u="none" dirty="0"/>
                        <a:t>Year</a:t>
                      </a:r>
                    </a:p>
                  </a:txBody>
                  <a:tcPr anchor="ctr"/>
                </a:tc>
                <a:tc>
                  <a:txBody>
                    <a:bodyPr/>
                    <a:lstStyle/>
                    <a:p>
                      <a:pPr algn="ctr">
                        <a:buNone/>
                      </a:pPr>
                      <a:r>
                        <a:rPr lang="en-IN" b="1" u="none" dirty="0"/>
                        <a:t>Evolution</a:t>
                      </a:r>
                    </a:p>
                  </a:txBody>
                  <a:tcPr anchor="ctr"/>
                </a:tc>
                <a:extLst>
                  <a:ext uri="{0D108BD9-81ED-4DB2-BD59-A6C34878D82A}">
                    <a16:rowId xmlns:a16="http://schemas.microsoft.com/office/drawing/2014/main" val="2457666681"/>
                  </a:ext>
                </a:extLst>
              </a:tr>
              <a:tr h="340846">
                <a:tc>
                  <a:txBody>
                    <a:bodyPr/>
                    <a:lstStyle/>
                    <a:p>
                      <a:pPr algn="ctr">
                        <a:buNone/>
                      </a:pPr>
                      <a:r>
                        <a:rPr lang="en-IN" u="none"/>
                        <a:t>1960s</a:t>
                      </a:r>
                    </a:p>
                  </a:txBody>
                  <a:tcPr anchor="ctr"/>
                </a:tc>
                <a:tc>
                  <a:txBody>
                    <a:bodyPr/>
                    <a:lstStyle/>
                    <a:p>
                      <a:pPr algn="ctr">
                        <a:buNone/>
                      </a:pPr>
                      <a:r>
                        <a:rPr lang="en-IN" u="none"/>
                        <a:t>Mainframe Computing</a:t>
                      </a:r>
                    </a:p>
                  </a:txBody>
                  <a:tcPr anchor="ctr"/>
                </a:tc>
                <a:extLst>
                  <a:ext uri="{0D108BD9-81ED-4DB2-BD59-A6C34878D82A}">
                    <a16:rowId xmlns:a16="http://schemas.microsoft.com/office/drawing/2014/main" val="4163060923"/>
                  </a:ext>
                </a:extLst>
              </a:tr>
              <a:tr h="340846">
                <a:tc>
                  <a:txBody>
                    <a:bodyPr/>
                    <a:lstStyle/>
                    <a:p>
                      <a:pPr algn="ctr">
                        <a:buNone/>
                      </a:pPr>
                      <a:r>
                        <a:rPr lang="en-IN" u="none" dirty="0"/>
                        <a:t>1990s</a:t>
                      </a:r>
                    </a:p>
                  </a:txBody>
                  <a:tcPr anchor="ctr"/>
                </a:tc>
                <a:tc>
                  <a:txBody>
                    <a:bodyPr/>
                    <a:lstStyle/>
                    <a:p>
                      <a:pPr algn="ctr">
                        <a:buNone/>
                      </a:pPr>
                      <a:r>
                        <a:rPr lang="en-IN" u="none"/>
                        <a:t>Internet Growth</a:t>
                      </a:r>
                    </a:p>
                  </a:txBody>
                  <a:tcPr anchor="ctr"/>
                </a:tc>
                <a:extLst>
                  <a:ext uri="{0D108BD9-81ED-4DB2-BD59-A6C34878D82A}">
                    <a16:rowId xmlns:a16="http://schemas.microsoft.com/office/drawing/2014/main" val="201096464"/>
                  </a:ext>
                </a:extLst>
              </a:tr>
              <a:tr h="340846">
                <a:tc>
                  <a:txBody>
                    <a:bodyPr/>
                    <a:lstStyle/>
                    <a:p>
                      <a:pPr algn="ctr">
                        <a:buNone/>
                      </a:pPr>
                      <a:r>
                        <a:rPr lang="en-IN" u="none"/>
                        <a:t>2000</a:t>
                      </a:r>
                    </a:p>
                  </a:txBody>
                  <a:tcPr anchor="ctr"/>
                </a:tc>
                <a:tc>
                  <a:txBody>
                    <a:bodyPr/>
                    <a:lstStyle/>
                    <a:p>
                      <a:pPr algn="ctr">
                        <a:buNone/>
                      </a:pPr>
                      <a:r>
                        <a:rPr lang="en-IN" u="none"/>
                        <a:t>Virtualization</a:t>
                      </a:r>
                    </a:p>
                  </a:txBody>
                  <a:tcPr anchor="ctr"/>
                </a:tc>
                <a:extLst>
                  <a:ext uri="{0D108BD9-81ED-4DB2-BD59-A6C34878D82A}">
                    <a16:rowId xmlns:a16="http://schemas.microsoft.com/office/drawing/2014/main" val="1095577157"/>
                  </a:ext>
                </a:extLst>
              </a:tr>
              <a:tr h="340846">
                <a:tc>
                  <a:txBody>
                    <a:bodyPr/>
                    <a:lstStyle/>
                    <a:p>
                      <a:pPr algn="ctr">
                        <a:buNone/>
                      </a:pPr>
                      <a:r>
                        <a:rPr lang="en-IN" u="none" dirty="0"/>
                        <a:t>2006</a:t>
                      </a:r>
                    </a:p>
                  </a:txBody>
                  <a:tcPr anchor="ctr"/>
                </a:tc>
                <a:tc>
                  <a:txBody>
                    <a:bodyPr/>
                    <a:lstStyle/>
                    <a:p>
                      <a:pPr algn="ctr">
                        <a:buNone/>
                      </a:pPr>
                      <a:r>
                        <a:rPr lang="en-IN" u="none"/>
                        <a:t>AWS Launch</a:t>
                      </a:r>
                    </a:p>
                  </a:txBody>
                  <a:tcPr anchor="ctr"/>
                </a:tc>
                <a:extLst>
                  <a:ext uri="{0D108BD9-81ED-4DB2-BD59-A6C34878D82A}">
                    <a16:rowId xmlns:a16="http://schemas.microsoft.com/office/drawing/2014/main" val="623006111"/>
                  </a:ext>
                </a:extLst>
              </a:tr>
              <a:tr h="340846">
                <a:tc>
                  <a:txBody>
                    <a:bodyPr/>
                    <a:lstStyle/>
                    <a:p>
                      <a:pPr algn="ctr">
                        <a:buNone/>
                      </a:pPr>
                      <a:r>
                        <a:rPr lang="en-IN" u="none"/>
                        <a:t>2008</a:t>
                      </a:r>
                    </a:p>
                  </a:txBody>
                  <a:tcPr anchor="ctr"/>
                </a:tc>
                <a:tc>
                  <a:txBody>
                    <a:bodyPr/>
                    <a:lstStyle/>
                    <a:p>
                      <a:pPr algn="ctr">
                        <a:buNone/>
                      </a:pPr>
                      <a:r>
                        <a:rPr lang="en-IN" u="none"/>
                        <a:t>Google Cloud</a:t>
                      </a:r>
                    </a:p>
                  </a:txBody>
                  <a:tcPr anchor="ctr"/>
                </a:tc>
                <a:extLst>
                  <a:ext uri="{0D108BD9-81ED-4DB2-BD59-A6C34878D82A}">
                    <a16:rowId xmlns:a16="http://schemas.microsoft.com/office/drawing/2014/main" val="1063400686"/>
                  </a:ext>
                </a:extLst>
              </a:tr>
              <a:tr h="340846">
                <a:tc>
                  <a:txBody>
                    <a:bodyPr/>
                    <a:lstStyle/>
                    <a:p>
                      <a:pPr algn="ctr">
                        <a:buNone/>
                      </a:pPr>
                      <a:r>
                        <a:rPr lang="en-IN" u="none"/>
                        <a:t>2010</a:t>
                      </a:r>
                    </a:p>
                  </a:txBody>
                  <a:tcPr anchor="ctr"/>
                </a:tc>
                <a:tc>
                  <a:txBody>
                    <a:bodyPr/>
                    <a:lstStyle/>
                    <a:p>
                      <a:pPr algn="ctr">
                        <a:buNone/>
                      </a:pPr>
                      <a:r>
                        <a:rPr lang="en-IN" u="none"/>
                        <a:t>Microsoft Azure</a:t>
                      </a:r>
                    </a:p>
                  </a:txBody>
                  <a:tcPr anchor="ctr"/>
                </a:tc>
                <a:extLst>
                  <a:ext uri="{0D108BD9-81ED-4DB2-BD59-A6C34878D82A}">
                    <a16:rowId xmlns:a16="http://schemas.microsoft.com/office/drawing/2014/main" val="1476729670"/>
                  </a:ext>
                </a:extLst>
              </a:tr>
              <a:tr h="340846">
                <a:tc>
                  <a:txBody>
                    <a:bodyPr/>
                    <a:lstStyle/>
                    <a:p>
                      <a:pPr algn="ctr">
                        <a:buNone/>
                      </a:pPr>
                      <a:r>
                        <a:rPr lang="en-IN" u="none"/>
                        <a:t>2015</a:t>
                      </a:r>
                    </a:p>
                  </a:txBody>
                  <a:tcPr anchor="ctr"/>
                </a:tc>
                <a:tc>
                  <a:txBody>
                    <a:bodyPr/>
                    <a:lstStyle/>
                    <a:p>
                      <a:pPr algn="ctr">
                        <a:buNone/>
                      </a:pPr>
                      <a:r>
                        <a:rPr lang="en-IN" u="none"/>
                        <a:t>Hybrid Cloud</a:t>
                      </a:r>
                    </a:p>
                  </a:txBody>
                  <a:tcPr anchor="ctr"/>
                </a:tc>
                <a:extLst>
                  <a:ext uri="{0D108BD9-81ED-4DB2-BD59-A6C34878D82A}">
                    <a16:rowId xmlns:a16="http://schemas.microsoft.com/office/drawing/2014/main" val="709652383"/>
                  </a:ext>
                </a:extLst>
              </a:tr>
              <a:tr h="340846">
                <a:tc>
                  <a:txBody>
                    <a:bodyPr/>
                    <a:lstStyle/>
                    <a:p>
                      <a:pPr algn="ctr">
                        <a:buNone/>
                      </a:pPr>
                      <a:r>
                        <a:rPr lang="en-IN" u="none"/>
                        <a:t>2020</a:t>
                      </a:r>
                    </a:p>
                  </a:txBody>
                  <a:tcPr anchor="ctr"/>
                </a:tc>
                <a:tc>
                  <a:txBody>
                    <a:bodyPr/>
                    <a:lstStyle/>
                    <a:p>
                      <a:pPr algn="ctr">
                        <a:buNone/>
                      </a:pPr>
                      <a:r>
                        <a:rPr lang="en-IN" u="none"/>
                        <a:t>AI + Cloud</a:t>
                      </a:r>
                    </a:p>
                  </a:txBody>
                  <a:tcPr anchor="ctr"/>
                </a:tc>
                <a:extLst>
                  <a:ext uri="{0D108BD9-81ED-4DB2-BD59-A6C34878D82A}">
                    <a16:rowId xmlns:a16="http://schemas.microsoft.com/office/drawing/2014/main" val="1323459962"/>
                  </a:ext>
                </a:extLst>
              </a:tr>
              <a:tr h="340846">
                <a:tc>
                  <a:txBody>
                    <a:bodyPr/>
                    <a:lstStyle/>
                    <a:p>
                      <a:pPr algn="ctr">
                        <a:buNone/>
                      </a:pPr>
                      <a:r>
                        <a:rPr lang="en-IN" u="none"/>
                        <a:t>Future</a:t>
                      </a:r>
                    </a:p>
                  </a:txBody>
                  <a:tcPr anchor="ctr"/>
                </a:tc>
                <a:tc>
                  <a:txBody>
                    <a:bodyPr/>
                    <a:lstStyle/>
                    <a:p>
                      <a:pPr algn="ctr">
                        <a:buNone/>
                      </a:pPr>
                      <a:r>
                        <a:rPr lang="en-IN" u="none" dirty="0"/>
                        <a:t>Quantum + AI Cloud</a:t>
                      </a:r>
                    </a:p>
                  </a:txBody>
                  <a:tcPr anchor="ctr"/>
                </a:tc>
                <a:extLst>
                  <a:ext uri="{0D108BD9-81ED-4DB2-BD59-A6C34878D82A}">
                    <a16:rowId xmlns:a16="http://schemas.microsoft.com/office/drawing/2014/main" val="172779043"/>
                  </a:ext>
                </a:extLst>
              </a:tr>
            </a:tbl>
          </a:graphicData>
        </a:graphic>
      </p:graphicFrame>
      <p:sp>
        <p:nvSpPr>
          <p:cNvPr id="2" name="Slide Number Placeholder 1">
            <a:extLst>
              <a:ext uri="{FF2B5EF4-FFF2-40B4-BE49-F238E27FC236}">
                <a16:creationId xmlns:a16="http://schemas.microsoft.com/office/drawing/2014/main" id="{5DFC92EF-84D6-A026-3F2D-F0C8DCBF89BC}"/>
              </a:ext>
            </a:extLst>
          </p:cNvPr>
          <p:cNvSpPr>
            <a:spLocks noGrp="1"/>
          </p:cNvSpPr>
          <p:nvPr>
            <p:ph type="sldNum" sz="quarter" idx="12"/>
          </p:nvPr>
        </p:nvSpPr>
        <p:spPr/>
        <p:txBody>
          <a:bodyPr/>
          <a:lstStyle/>
          <a:p>
            <a:fld id="{A20873C9-1D99-46AE-A458-CB65BE5C07E9}" type="slidenum">
              <a:rPr lang="en-IN" smtClean="0"/>
              <a:t>5</a:t>
            </a:fld>
            <a:endParaRPr lang="en-IN"/>
          </a:p>
        </p:txBody>
      </p:sp>
    </p:spTree>
    <p:extLst>
      <p:ext uri="{BB962C8B-B14F-4D97-AF65-F5344CB8AC3E}">
        <p14:creationId xmlns:p14="http://schemas.microsoft.com/office/powerpoint/2010/main" val="3560708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0EFCF-6CE2-CF22-54CE-A51087EF0F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0958CA6-C11D-7FCC-AB9B-F222C2FB047C}"/>
              </a:ext>
            </a:extLst>
          </p:cNvPr>
          <p:cNvSpPr txBox="1"/>
          <p:nvPr/>
        </p:nvSpPr>
        <p:spPr>
          <a:xfrm>
            <a:off x="775355" y="805150"/>
            <a:ext cx="4056479"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Advantages of Modern Cloud</a:t>
            </a:r>
          </a:p>
        </p:txBody>
      </p:sp>
      <p:sp>
        <p:nvSpPr>
          <p:cNvPr id="6" name="TextBox 5">
            <a:extLst>
              <a:ext uri="{FF2B5EF4-FFF2-40B4-BE49-F238E27FC236}">
                <a16:creationId xmlns:a16="http://schemas.microsoft.com/office/drawing/2014/main" id="{40686B2B-65EE-AB13-4663-ED822332527F}"/>
              </a:ext>
            </a:extLst>
          </p:cNvPr>
          <p:cNvSpPr txBox="1"/>
          <p:nvPr/>
        </p:nvSpPr>
        <p:spPr>
          <a:xfrm>
            <a:off x="1397524" y="1665078"/>
            <a:ext cx="2718352" cy="2246769"/>
          </a:xfrm>
          <a:prstGeom prst="rect">
            <a:avLst/>
          </a:prstGeom>
          <a:noFill/>
        </p:spPr>
        <p:txBody>
          <a:bodyPr wrap="square">
            <a:spAutoFit/>
          </a:bodyPr>
          <a:lstStyle/>
          <a:p>
            <a:pPr marL="342900"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Cost Saving </a:t>
            </a:r>
          </a:p>
          <a:p>
            <a:pPr marL="342900"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Easy Access </a:t>
            </a:r>
          </a:p>
          <a:p>
            <a:pPr marL="342900"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High Security </a:t>
            </a:r>
          </a:p>
          <a:p>
            <a:pPr marL="342900"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Automatic Updates </a:t>
            </a:r>
          </a:p>
          <a:p>
            <a:pPr marL="342900"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Backup &amp; Recovery </a:t>
            </a:r>
          </a:p>
          <a:p>
            <a:pPr marL="342900"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Global Availability </a:t>
            </a:r>
          </a:p>
          <a:p>
            <a:pPr marL="342900"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Scalability </a:t>
            </a:r>
          </a:p>
        </p:txBody>
      </p:sp>
      <p:sp>
        <p:nvSpPr>
          <p:cNvPr id="8" name="TextBox 7">
            <a:extLst>
              <a:ext uri="{FF2B5EF4-FFF2-40B4-BE49-F238E27FC236}">
                <a16:creationId xmlns:a16="http://schemas.microsoft.com/office/drawing/2014/main" id="{98C5DCB9-9CCB-0D41-2665-7817941FD142}"/>
              </a:ext>
            </a:extLst>
          </p:cNvPr>
          <p:cNvSpPr txBox="1"/>
          <p:nvPr/>
        </p:nvSpPr>
        <p:spPr>
          <a:xfrm>
            <a:off x="6356023" y="805150"/>
            <a:ext cx="572914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Disadvantages of Cloud Computing</a:t>
            </a:r>
          </a:p>
        </p:txBody>
      </p:sp>
      <p:sp>
        <p:nvSpPr>
          <p:cNvPr id="12" name="TextBox 11">
            <a:extLst>
              <a:ext uri="{FF2B5EF4-FFF2-40B4-BE49-F238E27FC236}">
                <a16:creationId xmlns:a16="http://schemas.microsoft.com/office/drawing/2014/main" id="{AAEDF171-8490-08F9-F2CD-72234CDE67EA}"/>
              </a:ext>
            </a:extLst>
          </p:cNvPr>
          <p:cNvSpPr txBox="1"/>
          <p:nvPr/>
        </p:nvSpPr>
        <p:spPr>
          <a:xfrm>
            <a:off x="6916133" y="1972854"/>
            <a:ext cx="3902137" cy="1631216"/>
          </a:xfrm>
          <a:prstGeom prst="rect">
            <a:avLst/>
          </a:prstGeom>
          <a:noFill/>
        </p:spPr>
        <p:txBody>
          <a:bodyPr wrap="square">
            <a:spAutoFit/>
          </a:bodyPr>
          <a:lstStyle/>
          <a:p>
            <a:pPr marL="342900"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Internet Dependency </a:t>
            </a:r>
          </a:p>
          <a:p>
            <a:pPr marL="342900"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Security Risks</a:t>
            </a:r>
          </a:p>
          <a:p>
            <a:pPr marL="342900"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Privacy Issues</a:t>
            </a:r>
          </a:p>
          <a:p>
            <a:pPr marL="342900"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Downtime</a:t>
            </a:r>
          </a:p>
          <a:p>
            <a:pPr marL="342900"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Data Loss Risk</a:t>
            </a:r>
          </a:p>
        </p:txBody>
      </p:sp>
      <p:sp>
        <p:nvSpPr>
          <p:cNvPr id="14" name="TextBox 13">
            <a:extLst>
              <a:ext uri="{FF2B5EF4-FFF2-40B4-BE49-F238E27FC236}">
                <a16:creationId xmlns:a16="http://schemas.microsoft.com/office/drawing/2014/main" id="{00422561-24E5-8D86-3A2E-39435B260737}"/>
              </a:ext>
            </a:extLst>
          </p:cNvPr>
          <p:cNvSpPr txBox="1"/>
          <p:nvPr/>
        </p:nvSpPr>
        <p:spPr>
          <a:xfrm>
            <a:off x="821705" y="4310110"/>
            <a:ext cx="6094428"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Conclusion</a:t>
            </a:r>
          </a:p>
        </p:txBody>
      </p:sp>
      <p:sp>
        <p:nvSpPr>
          <p:cNvPr id="16" name="TextBox 15">
            <a:extLst>
              <a:ext uri="{FF2B5EF4-FFF2-40B4-BE49-F238E27FC236}">
                <a16:creationId xmlns:a16="http://schemas.microsoft.com/office/drawing/2014/main" id="{28D4806E-3378-2D66-B0D7-C5E0A2C4D995}"/>
              </a:ext>
            </a:extLst>
          </p:cNvPr>
          <p:cNvSpPr txBox="1"/>
          <p:nvPr/>
        </p:nvSpPr>
        <p:spPr>
          <a:xfrm>
            <a:off x="1784620" y="4771775"/>
            <a:ext cx="9706654" cy="1323439"/>
          </a:xfrm>
          <a:prstGeom prst="rect">
            <a:avLst/>
          </a:prstGeom>
          <a:noFill/>
        </p:spPr>
        <p:txBody>
          <a:bodyPr wrap="square">
            <a:spAutoFit/>
          </a:bodyPr>
          <a:lstStyle/>
          <a:p>
            <a:pPr algn="just"/>
            <a:r>
              <a:rPr lang="en-IN" sz="2000" dirty="0">
                <a:latin typeface="Times New Roman" panose="02020603050405020304" pitchFamily="18" charset="0"/>
                <a:cs typeface="Times New Roman" panose="02020603050405020304" pitchFamily="18" charset="0"/>
              </a:rPr>
              <a:t>Cloud Computing has evolved from expensive local computers to intelligent cloud platforms that support AI, IoT, and modern applications. Today, cloud computing makes technology more accessible, scalable, and efficient, and it will continue to evolve with innovations like AI and quantum computing.</a:t>
            </a:r>
          </a:p>
        </p:txBody>
      </p:sp>
      <p:sp>
        <p:nvSpPr>
          <p:cNvPr id="2" name="Slide Number Placeholder 1">
            <a:extLst>
              <a:ext uri="{FF2B5EF4-FFF2-40B4-BE49-F238E27FC236}">
                <a16:creationId xmlns:a16="http://schemas.microsoft.com/office/drawing/2014/main" id="{6022DC2F-DA07-1851-8D03-D82B4A7DB880}"/>
              </a:ext>
            </a:extLst>
          </p:cNvPr>
          <p:cNvSpPr>
            <a:spLocks noGrp="1"/>
          </p:cNvSpPr>
          <p:nvPr>
            <p:ph type="sldNum" sz="quarter" idx="12"/>
          </p:nvPr>
        </p:nvSpPr>
        <p:spPr/>
        <p:txBody>
          <a:bodyPr/>
          <a:lstStyle/>
          <a:p>
            <a:fld id="{A20873C9-1D99-46AE-A458-CB65BE5C07E9}" type="slidenum">
              <a:rPr lang="en-IN" smtClean="0"/>
              <a:t>6</a:t>
            </a:fld>
            <a:endParaRPr lang="en-IN"/>
          </a:p>
        </p:txBody>
      </p:sp>
    </p:spTree>
    <p:extLst>
      <p:ext uri="{BB962C8B-B14F-4D97-AF65-F5344CB8AC3E}">
        <p14:creationId xmlns:p14="http://schemas.microsoft.com/office/powerpoint/2010/main" val="3427733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D42AD6-54FD-9C6C-1049-5E6590C7EB29}"/>
              </a:ext>
            </a:extLst>
          </p:cNvPr>
          <p:cNvSpPr txBox="1"/>
          <p:nvPr/>
        </p:nvSpPr>
        <p:spPr>
          <a:xfrm>
            <a:off x="3428214" y="509048"/>
            <a:ext cx="5335571" cy="584775"/>
          </a:xfrm>
          <a:prstGeom prst="rect">
            <a:avLst/>
          </a:prstGeom>
          <a:noFill/>
        </p:spPr>
        <p:txBody>
          <a:bodyPr wrap="square" rtlCol="0">
            <a:spAutoFit/>
          </a:bodyPr>
          <a:lstStyle/>
          <a:p>
            <a:pPr algn="ctr"/>
            <a:r>
              <a:rPr lang="en-IN" sz="3200" b="1" u="sng" dirty="0">
                <a:latin typeface="Times New Roman" panose="02020603050405020304" pitchFamily="18" charset="0"/>
                <a:cs typeface="Times New Roman" panose="02020603050405020304" pitchFamily="18" charset="0"/>
              </a:rPr>
              <a:t>PRESENTATION PHOTO</a:t>
            </a:r>
          </a:p>
        </p:txBody>
      </p:sp>
      <p:pic>
        <p:nvPicPr>
          <p:cNvPr id="4" name="Picture 3">
            <a:extLst>
              <a:ext uri="{FF2B5EF4-FFF2-40B4-BE49-F238E27FC236}">
                <a16:creationId xmlns:a16="http://schemas.microsoft.com/office/drawing/2014/main" id="{E9455479-A2A8-83E4-38A5-1BA049016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4280" y="1414333"/>
            <a:ext cx="3774553" cy="5032738"/>
          </a:xfrm>
          <a:prstGeom prst="rect">
            <a:avLst/>
          </a:prstGeom>
        </p:spPr>
      </p:pic>
      <p:sp>
        <p:nvSpPr>
          <p:cNvPr id="3" name="Slide Number Placeholder 2">
            <a:extLst>
              <a:ext uri="{FF2B5EF4-FFF2-40B4-BE49-F238E27FC236}">
                <a16:creationId xmlns:a16="http://schemas.microsoft.com/office/drawing/2014/main" id="{25FFC566-3125-CFED-89E6-932F426ADCDA}"/>
              </a:ext>
            </a:extLst>
          </p:cNvPr>
          <p:cNvSpPr>
            <a:spLocks noGrp="1"/>
          </p:cNvSpPr>
          <p:nvPr>
            <p:ph type="sldNum" sz="quarter" idx="12"/>
          </p:nvPr>
        </p:nvSpPr>
        <p:spPr/>
        <p:txBody>
          <a:bodyPr/>
          <a:lstStyle/>
          <a:p>
            <a:fld id="{A20873C9-1D99-46AE-A458-CB65BE5C07E9}" type="slidenum">
              <a:rPr lang="en-IN" smtClean="0"/>
              <a:t>7</a:t>
            </a:fld>
            <a:endParaRPr lang="en-IN"/>
          </a:p>
        </p:txBody>
      </p:sp>
    </p:spTree>
    <p:extLst>
      <p:ext uri="{BB962C8B-B14F-4D97-AF65-F5344CB8AC3E}">
        <p14:creationId xmlns:p14="http://schemas.microsoft.com/office/powerpoint/2010/main" val="663188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descr="Thank You Stock Photos, Images and Backgrounds for Free Download">
            <a:extLst>
              <a:ext uri="{FF2B5EF4-FFF2-40B4-BE49-F238E27FC236}">
                <a16:creationId xmlns:a16="http://schemas.microsoft.com/office/drawing/2014/main" id="{3000F18C-3223-C6E5-45E2-A796E0BC790A}"/>
              </a:ext>
            </a:extLst>
          </p:cNvPr>
          <p:cNvPicPr>
            <a:picLocks noChangeAspect="1"/>
          </p:cNvPicPr>
          <p:nvPr/>
        </p:nvPicPr>
        <p:blipFill>
          <a:blip r:embed="rId2"/>
          <a:srcRect t="7496" b="3937"/>
          <a:stretch>
            <a:fillRect/>
          </a:stretch>
        </p:blipFill>
        <p:spPr>
          <a:xfrm>
            <a:off x="20" y="1282"/>
            <a:ext cx="12191980" cy="6856718"/>
          </a:xfrm>
          <a:prstGeom prst="rect">
            <a:avLst/>
          </a:prstGeom>
        </p:spPr>
      </p:pic>
      <p:sp>
        <p:nvSpPr>
          <p:cNvPr id="3" name="Slide Number Placeholder 2">
            <a:extLst>
              <a:ext uri="{FF2B5EF4-FFF2-40B4-BE49-F238E27FC236}">
                <a16:creationId xmlns:a16="http://schemas.microsoft.com/office/drawing/2014/main" id="{066D6C33-256D-084B-6002-331B3F68585C}"/>
              </a:ext>
            </a:extLst>
          </p:cNvPr>
          <p:cNvSpPr>
            <a:spLocks noGrp="1"/>
          </p:cNvSpPr>
          <p:nvPr>
            <p:ph type="sldNum" sz="quarter" idx="12"/>
          </p:nvPr>
        </p:nvSpPr>
        <p:spPr/>
        <p:txBody>
          <a:bodyPr/>
          <a:lstStyle/>
          <a:p>
            <a:fld id="{A20873C9-1D99-46AE-A458-CB65BE5C07E9}" type="slidenum">
              <a:rPr lang="en-IN" smtClean="0"/>
              <a:t>8</a:t>
            </a:fld>
            <a:endParaRPr lang="en-IN"/>
          </a:p>
        </p:txBody>
      </p:sp>
    </p:spTree>
    <p:extLst>
      <p:ext uri="{BB962C8B-B14F-4D97-AF65-F5344CB8AC3E}">
        <p14:creationId xmlns:p14="http://schemas.microsoft.com/office/powerpoint/2010/main" val="1122659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1571</TotalTime>
  <Words>400</Words>
  <Application>Microsoft Office PowerPoint</Application>
  <PresentationFormat>Widescreen</PresentationFormat>
  <Paragraphs>116</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SAHITH GANGISETTY</dc:creator>
  <cp:lastModifiedBy>SAI SAHITH GANGISETTY</cp:lastModifiedBy>
  <cp:revision>10</cp:revision>
  <dcterms:created xsi:type="dcterms:W3CDTF">2026-07-19T13:21:23Z</dcterms:created>
  <dcterms:modified xsi:type="dcterms:W3CDTF">2026-07-26T13:41:46Z</dcterms:modified>
</cp:coreProperties>
</file>